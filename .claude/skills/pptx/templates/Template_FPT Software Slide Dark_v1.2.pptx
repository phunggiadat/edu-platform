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49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41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36.xml" ContentType="application/vnd.openxmlformats-officedocument.presentationml.slide+xml"/>
  <Override PartName="/ppt/slides/slide42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5.xml" ContentType="application/vnd.openxmlformats-officedocument.presentationml.slide+xml"/>
  <Override PartName="/ppt/slides/slide26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2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Masters/notesMaster1.xml" ContentType="application/vnd.openxmlformats-officedocument.presentationml.notesMaster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style4.xml" ContentType="application/vnd.ms-office.chartstyl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04" r:id="rId2"/>
    <p:sldMasterId id="2147483692" r:id="rId3"/>
  </p:sldMasterIdLst>
  <p:notesMasterIdLst>
    <p:notesMasterId r:id="rId55"/>
  </p:notesMasterIdLst>
  <p:handoutMasterIdLst>
    <p:handoutMasterId r:id="rId56"/>
  </p:handoutMasterIdLst>
  <p:sldIdLst>
    <p:sldId id="2140753876" r:id="rId4"/>
    <p:sldId id="2140753877" r:id="rId5"/>
    <p:sldId id="305" r:id="rId6"/>
    <p:sldId id="306" r:id="rId7"/>
    <p:sldId id="307" r:id="rId8"/>
    <p:sldId id="268" r:id="rId9"/>
    <p:sldId id="2140753878" r:id="rId10"/>
    <p:sldId id="510" r:id="rId11"/>
    <p:sldId id="2140753673" r:id="rId12"/>
    <p:sldId id="2140753880" r:id="rId13"/>
    <p:sldId id="2140753671" r:id="rId14"/>
    <p:sldId id="2140753674" r:id="rId15"/>
    <p:sldId id="2140753858" r:id="rId16"/>
    <p:sldId id="2140753881" r:id="rId17"/>
    <p:sldId id="1795" r:id="rId18"/>
    <p:sldId id="2140753819" r:id="rId19"/>
    <p:sldId id="1833" r:id="rId20"/>
    <p:sldId id="2140753814" r:id="rId21"/>
    <p:sldId id="2140753815" r:id="rId22"/>
    <p:sldId id="2140753882" r:id="rId23"/>
    <p:sldId id="2140753883" r:id="rId24"/>
    <p:sldId id="2140753817" r:id="rId25"/>
    <p:sldId id="2140753889" r:id="rId26"/>
    <p:sldId id="2140753884" r:id="rId27"/>
    <p:sldId id="2140753885" r:id="rId28"/>
    <p:sldId id="2140753886" r:id="rId29"/>
    <p:sldId id="2140753860" r:id="rId30"/>
    <p:sldId id="2140753864" r:id="rId31"/>
    <p:sldId id="2140753887" r:id="rId32"/>
    <p:sldId id="276" r:id="rId33"/>
    <p:sldId id="2140753867" r:id="rId34"/>
    <p:sldId id="2140753868" r:id="rId35"/>
    <p:sldId id="450" r:id="rId36"/>
    <p:sldId id="454" r:id="rId37"/>
    <p:sldId id="2140753869" r:id="rId38"/>
    <p:sldId id="2140753888" r:id="rId39"/>
    <p:sldId id="283" r:id="rId40"/>
    <p:sldId id="2140753870" r:id="rId41"/>
    <p:sldId id="2140753871" r:id="rId42"/>
    <p:sldId id="258" r:id="rId43"/>
    <p:sldId id="257" r:id="rId44"/>
    <p:sldId id="262" r:id="rId45"/>
    <p:sldId id="263" r:id="rId46"/>
    <p:sldId id="264" r:id="rId47"/>
    <p:sldId id="265" r:id="rId48"/>
    <p:sldId id="261" r:id="rId49"/>
    <p:sldId id="260" r:id="rId50"/>
    <p:sldId id="282" r:id="rId51"/>
    <p:sldId id="274" r:id="rId52"/>
    <p:sldId id="275" r:id="rId53"/>
    <p:sldId id="280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BC12F91-C5C4-5145-8FDB-611B9A0854BE}">
          <p14:sldIdLst>
            <p14:sldId id="2140753876"/>
            <p14:sldId id="2140753877"/>
            <p14:sldId id="305"/>
            <p14:sldId id="306"/>
            <p14:sldId id="307"/>
            <p14:sldId id="268"/>
            <p14:sldId id="2140753878"/>
            <p14:sldId id="510"/>
            <p14:sldId id="2140753673"/>
            <p14:sldId id="2140753880"/>
            <p14:sldId id="2140753671"/>
            <p14:sldId id="2140753674"/>
            <p14:sldId id="2140753858"/>
            <p14:sldId id="2140753881"/>
            <p14:sldId id="1795"/>
            <p14:sldId id="2140753819"/>
            <p14:sldId id="1833"/>
            <p14:sldId id="2140753814"/>
            <p14:sldId id="2140753815"/>
            <p14:sldId id="2140753882"/>
            <p14:sldId id="2140753883"/>
            <p14:sldId id="2140753817"/>
            <p14:sldId id="2140753889"/>
            <p14:sldId id="2140753884"/>
            <p14:sldId id="2140753885"/>
            <p14:sldId id="2140753886"/>
            <p14:sldId id="2140753860"/>
            <p14:sldId id="2140753864"/>
            <p14:sldId id="2140753887"/>
            <p14:sldId id="276"/>
            <p14:sldId id="2140753867"/>
            <p14:sldId id="2140753868"/>
            <p14:sldId id="450"/>
            <p14:sldId id="454"/>
            <p14:sldId id="2140753869"/>
            <p14:sldId id="2140753888"/>
            <p14:sldId id="283"/>
          </p14:sldIdLst>
        </p14:section>
        <p14:section name="GUIDELINE &amp; SAMPLE" id="{0AC042C7-4D81-1B44-AE40-3EF052FEE315}">
          <p14:sldIdLst>
            <p14:sldId id="2140753870"/>
            <p14:sldId id="2140753871"/>
            <p14:sldId id="258"/>
            <p14:sldId id="257"/>
            <p14:sldId id="262"/>
            <p14:sldId id="263"/>
            <p14:sldId id="264"/>
            <p14:sldId id="265"/>
            <p14:sldId id="261"/>
            <p14:sldId id="260"/>
            <p14:sldId id="282"/>
            <p14:sldId id="274"/>
            <p14:sldId id="275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2C1"/>
    <a:srgbClr val="B5B5B5"/>
    <a:srgbClr val="19226D"/>
    <a:srgbClr val="F37121"/>
    <a:srgbClr val="50B848"/>
    <a:srgbClr val="034EA2"/>
    <a:srgbClr val="F2F2F2"/>
    <a:srgbClr val="3EA9C1"/>
    <a:srgbClr val="33B2C0"/>
    <a:srgbClr val="E4E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44" autoAdjust="0"/>
    <p:restoredTop sz="94789"/>
  </p:normalViewPr>
  <p:slideViewPr>
    <p:cSldViewPr snapToGrid="0">
      <p:cViewPr varScale="1">
        <p:scale>
          <a:sx n="108" d="100"/>
          <a:sy n="108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63" Type="http://schemas.openxmlformats.org/officeDocument/2006/relationships/customXml" Target="../customXml/item3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customXml" Target="../customXml/item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&lt;100M</c:v>
                </c:pt>
              </c:strCache>
            </c:strRef>
          </c:tx>
          <c:spPr>
            <a:solidFill>
              <a:schemeClr val="accent6">
                <a:shade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</c:v>
                </c:pt>
                <c:pt idx="1">
                  <c:v>89</c:v>
                </c:pt>
                <c:pt idx="2">
                  <c:v>122</c:v>
                </c:pt>
                <c:pt idx="3">
                  <c:v>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04-E04B-A6BE-238A537288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&gt;500M</c:v>
                </c:pt>
              </c:strCache>
            </c:strRef>
          </c:tx>
          <c:spPr>
            <a:solidFill>
              <a:schemeClr val="accent6">
                <a:shade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</c:v>
                </c:pt>
                <c:pt idx="1">
                  <c:v>25</c:v>
                </c:pt>
                <c:pt idx="2">
                  <c:v>113</c:v>
                </c:pt>
                <c:pt idx="3">
                  <c:v>167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04-E04B-A6BE-238A537288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60M - 100M</c:v>
                </c:pt>
              </c:strCache>
            </c:strRef>
          </c:tx>
          <c:spPr>
            <a:solidFill>
              <a:schemeClr val="accent6">
                <a:shade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04-E04B-A6BE-238A5372880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N/A</c:v>
                </c:pt>
              </c:strCache>
            </c:strRef>
          </c:tx>
          <c:spPr>
            <a:solidFill>
              <a:schemeClr val="accent6">
                <a:tint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28</c:v>
                </c:pt>
                <c:pt idx="1">
                  <c:v>48</c:v>
                </c:pt>
                <c:pt idx="2">
                  <c:v>39</c:v>
                </c:pt>
                <c:pt idx="3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904-E04B-A6BE-238A5372880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&gt;1B</c:v>
                </c:pt>
              </c:strCache>
            </c:strRef>
          </c:tx>
          <c:spPr>
            <a:solidFill>
              <a:schemeClr val="accent6">
                <a:tint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17</c:v>
                </c:pt>
                <c:pt idx="1">
                  <c:v>37</c:v>
                </c:pt>
                <c:pt idx="2">
                  <c:v>76</c:v>
                </c:pt>
                <c:pt idx="3">
                  <c:v>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04-E04B-A6BE-238A5372880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&gt;2B</c:v>
                </c:pt>
              </c:strCache>
            </c:strRef>
          </c:tx>
          <c:spPr>
            <a:solidFill>
              <a:schemeClr val="accent6">
                <a:tint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39</c:v>
                </c:pt>
                <c:pt idx="1">
                  <c:v>47</c:v>
                </c:pt>
                <c:pt idx="2">
                  <c:v>112</c:v>
                </c:pt>
                <c:pt idx="3">
                  <c:v>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904-E04B-A6BE-238A537288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33775263"/>
        <c:axId val="1733776911"/>
      </c:barChart>
      <c:catAx>
        <c:axId val="1733775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776911"/>
        <c:crosses val="autoZero"/>
        <c:auto val="1"/>
        <c:lblAlgn val="ctr"/>
        <c:lblOffset val="100"/>
        <c:noMultiLvlLbl val="0"/>
      </c:catAx>
      <c:valAx>
        <c:axId val="1733776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7752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 1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103</c:v>
                </c:pt>
                <c:pt idx="1">
                  <c:v>175</c:v>
                </c:pt>
                <c:pt idx="2">
                  <c:v>299</c:v>
                </c:pt>
                <c:pt idx="3">
                  <c:v>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92-6D4C-A516-7B826F7145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OBJECT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115</c:v>
                </c:pt>
                <c:pt idx="1">
                  <c:v>30</c:v>
                </c:pt>
                <c:pt idx="2">
                  <c:v>80</c:v>
                </c:pt>
                <c:pt idx="3">
                  <c:v>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92-6D4C-A516-7B826F7145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OBJECT 3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</c:v>
                </c:pt>
                <c:pt idx="1">
                  <c:v>41</c:v>
                </c:pt>
                <c:pt idx="2">
                  <c:v>85</c:v>
                </c:pt>
                <c:pt idx="3">
                  <c:v>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92-6D4C-A516-7B826F71455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33775263"/>
        <c:axId val="1733776911"/>
      </c:barChart>
      <c:catAx>
        <c:axId val="1733775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776911"/>
        <c:crosses val="autoZero"/>
        <c:auto val="1"/>
        <c:lblAlgn val="ctr"/>
        <c:lblOffset val="100"/>
        <c:noMultiLvlLbl val="0"/>
      </c:catAx>
      <c:valAx>
        <c:axId val="1733776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7752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82A-1543-AC08-D57826B6D661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82A-1543-AC08-D57826B6D661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82A-1543-AC08-D57826B6D661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82A-1543-AC08-D57826B6D66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9226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82A-1543-AC08-D57826B6D66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19226D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F74-E24A-8282-6C507C99B0B2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F74-E24A-8282-6C507C99B0B2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F74-E24A-8282-6C507C99B0B2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F74-E24A-8282-6C507C99B0B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9226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F74-E24A-8282-6C507C99B0B2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19226D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81-274A-BE8F-91832EC0C770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F81-274A-BE8F-91832EC0C770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F81-274A-BE8F-91832EC0C770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F81-274A-BE8F-91832EC0C77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9226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CD-A24A-B9AE-03F17753105B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19226D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5524A-D9F4-7545-AB95-5226F9D348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F79B1-55A0-5A4C-8442-40DC6CEBD8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05CAF-285F-1248-96A4-68300F7F9840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336C1-B440-0443-8FF8-F82E4A5B0D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F16BD-3B62-C946-A536-E43A745C7A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45307-BBFD-0045-B4A6-B73E368179D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571309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12EB2-7195-4DCC-A544-62F8933C21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B53C0-79AE-4DBD-9505-8B7D1F13E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991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7581F4-887D-4993-9857-5CFF152EBBA8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71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7581F4-887D-4993-9857-5CFF152EBBA8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7751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2E1E8-19DD-9846-964E-7494B0E7F51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17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2E1E8-19DD-9846-964E-7494B0E7F51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34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B53C0-79AE-4DBD-9505-8B7D1F13E08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74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B53C0-79AE-4DBD-9505-8B7D1F13E08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6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922DA9-E8C1-7A40-9EE6-89A4AED337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A68080BE-7587-6144-8ECC-8515B3AB1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C19840-32F7-DE46-B2BC-767228E15B3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C24A74-A217-A244-8E5E-725CBA69F673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B2B6BA-9839-4346-8C17-5FEBDC196FD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560BE9-4881-E640-B746-48E2960FB1D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DA3FBC9-F771-A94D-8F55-34A40C7DFEB7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4304818-7278-3045-AD37-3EACA5B19337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15681373-A4D2-854A-A772-7DF263D2A29C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B5CC1C9-B1AF-DE46-B64D-05E162F783E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35CBA73-2EF9-6C43-93B2-AD209F35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5033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CA0CAE-4BCE-DEB6-389C-B1922184A1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9202D6A-644A-B013-2692-FE577180003D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778B916-2EA5-9B8A-0FB6-24BBFE41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22291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63A657C7-F98F-4EC4-6229-809C6F54B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339D6A7-6C03-89A0-66F1-D7B5E3E191FE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3533260-A217-6ECE-48D7-A624181F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0953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612335-2155-F144-ACF9-10F9E55DD2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2958987-FE12-6A45-AB06-D3F0A4B0B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rgbClr val="19226D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7324A7-459A-EC4A-96C9-632E9AB197B2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8ECB69-26E2-0242-8339-71783BE7D84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9BDF857-1D12-854A-9A20-B19E33C36FE5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F6517F5-CBA0-D641-9E92-7FDFE839EFEB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1F79581-5D79-4E47-A23D-2897202FF386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CA70723-60A1-8B4C-8C3F-FC53EA379972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9D44BE42-DB45-BD41-9A16-5FF7BB95D082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A50D04F-B7A3-A543-B2F0-FF35C1B16E1F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EB6FA0AC-3B13-B046-940B-897CAC42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1061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29EB11F-D043-7441-AA75-519D965E19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63B9A03-E856-134D-8A06-24CFAC6C851F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CD68F0-B45C-5941-AA2B-577A84F0796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ABAFDF-0A8B-6944-8936-304BE90EA2CB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797118-B6B6-1F4E-BEDC-5AA4E1DA679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3ADEE7-0AA6-0944-A43F-34C0D4923E1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7FD1791-6CF5-4542-A218-017F64FBA02C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81DFE14-2BAA-3742-A711-56BE5934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559F2F4-37E4-7A45-8ECB-451B5E4152D9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493B48-3DA7-E947-AEEC-81EB55D64B80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49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bg>
      <p:bgPr>
        <a:gradFill>
          <a:gsLst>
            <a:gs pos="0">
              <a:srgbClr val="50B848"/>
            </a:gs>
            <a:gs pos="37000">
              <a:srgbClr val="356D5B"/>
            </a:gs>
            <a:gs pos="100000">
              <a:srgbClr val="19226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52D304-8DB3-CF44-A52F-E79EA93F6731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2A6B6E-39E3-4E41-9202-479D05FB06B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86C675-CEB7-C441-A3D7-3279FFE56275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7E4B97-6890-E146-927A-8C5BF4E79AA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A7DB3E0-73EE-714B-9C0E-76E2C9A411F4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C1F5A4-D68F-AC43-B7E3-3C475A72C661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D5CD0C2-5822-1944-BC57-FD19E766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95442A-32A5-D34D-84ED-EB9840F371BF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3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ED8A6C4-8D48-A741-8E70-35BC8A7DF24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7E00B9-D6C8-2C45-B19B-C85C8186A241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E58C11-7699-7D48-BC93-F583C9E5E40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AA8190-FCEC-DF44-9F5A-10095FB162E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68B8A4F-3496-5B43-8E20-569DE91627CB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307A14-4347-714F-9635-2188B14053F6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7F839E2-1874-E14B-B9AE-C8EDD580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45219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05BD56-A8E0-E444-BE9C-22203E4DCF3E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B9A621C-3FEA-F44A-9FB8-4BFCEB40498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588913-168E-054F-8189-51B637B7757E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E238BA-B121-984B-ACE5-3CC621D43F3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49F2E8-A40E-7245-A2A9-037C4416B88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07555D-F79C-E344-874C-925FC8A7E3EF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D752961-38D0-8244-BF6A-A7591FA4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83E1E6-DB8F-8F46-B7A2-A20D6BC8F3F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37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17E54F9-58DE-6908-25C8-EB520A89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6900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E1AFD1B-B18D-61B1-93F0-7EC973A8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12936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BB4A32C-4425-1F42-4950-C4C78379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75890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AAC0126-CF4E-9583-E50A-519BB928F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2319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E2E884A-358B-CBF0-6E4D-75A3C6AF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36834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bg>
      <p:bgPr>
        <a:gradFill>
          <a:gsLst>
            <a:gs pos="0">
              <a:srgbClr val="3EA9C1"/>
            </a:gs>
            <a:gs pos="100000">
              <a:srgbClr val="034EA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D3AAA28-FEA8-F249-8C46-A1D9B8007B1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337708-4B47-6A4D-A778-1A9A1C2998A5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4CFB43-A9C1-9E4A-99E5-F2E03F72620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D9DA35-3C5D-C940-ACA0-E14928613982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A8F42C-1C2B-DC4D-8DCE-BE6E4CCFEFC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7876C1-57B3-8949-B0D9-E5AD7654E256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B36B756-1EFD-8542-A4AC-B957DB00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F021668-ABFC-DF4D-AD1B-E4EBE1BE3048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E955BCA-127F-1747-9BB8-7DB78C582DF5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231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bg>
      <p:bgPr>
        <a:solidFill>
          <a:srgbClr val="F37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05DAED6-FABE-0348-A0EC-10445981CC05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02DDD32-343F-244B-AE10-ECD5984E08C5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58CDBB3-514A-EA4D-A65A-923A5265428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C3288D-3C42-C444-A377-A39683C4DFC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15EF48-46AB-EB40-AEC8-384AB0AB635D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F8D4DE-5470-E547-BDF8-909AF456C06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B423D82-B217-F24D-9A4B-51E3223C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9B4AE42-994A-3445-A045-ECB259BE3B96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470A95-B716-5F46-9278-41BECDD385DC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53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32EEAE7-A53A-8540-823B-1A5B586202B8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9E292F-D15B-3440-BFF3-EED8802880F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A3519CF-8166-9E42-8146-B6397D55AFAA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A8C4D0A-95C4-5E49-A977-8A1BC8922F1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968C13-89E8-4D45-9D89-7098A62AE4AC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1EF8AC-6BF2-5543-8AA6-186E6A78121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7005A36C-3143-D84B-84B4-F891BB15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AAF25899-1F00-A841-8F4B-2A9601DD1325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51E643-497F-0546-B045-5080C05B28C4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24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831E717-6F65-B14B-A854-F3079D6FA43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BFF991D-922B-BD4C-822C-9BF7D5E9CA2F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288FF5-FB11-2D4C-9263-0722A01A70F3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E27A1BA-8FA6-5042-AF5E-3DC09C5DBC3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0E9A48A-826B-DD48-B0AC-5902E8C234F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065AE7-E2E1-4247-A38D-6FD592E308B4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50E99BC-F599-F045-9C5F-F182A291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187FFA-5693-384A-B7D7-421716AFCC1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1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gradFill>
          <a:gsLst>
            <a:gs pos="0">
              <a:srgbClr val="F37121"/>
            </a:gs>
            <a:gs pos="100000">
              <a:srgbClr val="F37121">
                <a:lumMod val="78000"/>
              </a:srgb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01194" y="0"/>
            <a:ext cx="11316023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ABBE93A-BCEF-DC40-9E10-EF9437C573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6EA27E-8CE7-7946-BA7D-2A5B7CD3DD6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BD2B0A-DA75-6E46-ADD4-01709DEDDC3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CB5EF6-A2BE-874C-81F7-B7C0975210A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7E0664-2B84-BB41-8518-00B11B020BF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A0B64C-94BF-3047-96A4-214219A5E29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0EDB5F8-0B01-B14A-B747-9970DE970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031423"/>
            <a:ext cx="4590229" cy="2983912"/>
          </a:xfrm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D706DA2-622A-694F-9E32-399A0341F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F276C8-BAF3-6D41-BC38-159A0A3363B1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332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gradFill>
          <a:gsLst>
            <a:gs pos="0">
              <a:srgbClr val="19226D"/>
            </a:gs>
            <a:gs pos="100000">
              <a:srgbClr val="034EA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1573" y="188969"/>
            <a:ext cx="10692406" cy="6480061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D5A0CA-896F-5040-8DAF-88D8CB5F47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5307F0D-20CE-2C43-9111-680FF872B31E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752C12-EA75-1D42-8090-9CAAABA2BE1B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481A09-20D9-0344-BC0D-5862ED52879F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019DD4-7619-5A43-909F-46685D0828B6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EE4AE0-435F-A246-BC97-254FF6FD2FC8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267313A-9ABD-E743-8449-A133A5994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460" y="1904022"/>
            <a:ext cx="4590229" cy="2983912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CE7A170-D609-0442-B622-507B0955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7BA9CE5-C61D-5146-AE5D-E98FF770E4C1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915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bg>
      <p:bgPr>
        <a:gradFill>
          <a:gsLst>
            <a:gs pos="0">
              <a:srgbClr val="034EA2"/>
            </a:gs>
            <a:gs pos="100000">
              <a:srgbClr val="19226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0496" y="0"/>
            <a:ext cx="5741504" cy="691124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35559F-6A4D-3D46-A124-8E92E72916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546CB8-8956-FB42-8301-C979C61BC70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BB3BF3F-B4C0-DB48-BEAB-AE030ED5561C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6F7DEE-ADF4-014B-BB30-738AF781602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DB4BA4-4144-DB47-B55F-5E26F8713151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F5A60B6-D16E-414C-B473-98F4A577397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40785EB-CF37-DC42-BD82-99A0EF8D0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5771" y="1904022"/>
            <a:ext cx="4590229" cy="2983912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C18A648-65E2-694F-B913-185E31E5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513BF2B-FCE2-CD4F-AF32-06ABF067538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740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304BD9A-B871-1444-AF72-D9F26AA0F3F4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5D4035C-5E60-4744-9AD4-D74676CB465F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2C916E2-A7AD-AF49-9466-F4FAECDFD73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0AD99B-A276-D948-B3DF-84B40E7E8737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341C1B2-9D59-054F-B23A-DA8D36145C81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D489F30-14C2-B04B-B0FB-D1722710AF0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A53FB58-8D65-2B4C-8037-E43514F04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263" y="2014074"/>
            <a:ext cx="4590229" cy="2983912"/>
          </a:xfrm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D2DF389-EA04-DA47-B7AC-DF1D0EE6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A25BB1-4BFF-7848-B386-C9BDC3C39487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9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BDD32B8-E926-4C49-B42B-C549BB93DC7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1F3743-0878-5146-BB9E-B85F244ACC2C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B3B3AAB-8D9A-A24B-8B0B-555B2C69C9A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D0A365-3B17-584B-BCE1-2FC31F56CCF3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686EC9-4414-7C4A-99D5-16E7A9E088F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A106ED-CBBE-7F4F-AA8D-4B863E6EC6A2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E12862F-7974-D540-9F98-6540B214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26D76CD-2C74-1A43-A528-6A27E584E90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837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268F06-6D8C-A942-978A-EBE9B5D7AB2A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2B717D-08C7-2744-8CC5-2D559DBD2EE8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913A8CF-7152-2446-A66F-E48E95479DDA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AD5876-3601-7D4A-BDA6-59B2077E8C39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37CB65-F8A1-5740-9AB3-6E953026B9C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966305-24F7-5C41-91AB-9BCD192C42F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C1B114B-679E-1447-80FB-878BAB86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951DA9-663C-6944-AE1B-BB407FF15AE8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2516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B57E445-7F46-3543-BAB1-C913D79DDE0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9EF23F-BFCA-B147-B2F2-0A9C687DEB0A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B66F4A-3476-8C49-9F5A-C4B16631D55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043553-159C-6742-861C-15FF86F2922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9051973-9FBF-4248-B549-ED04EC20C11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DF2C659-F3B4-A140-8E46-CF309A825938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40A1F0A9-C1BC-0846-9F7F-9E4C5F9B712C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4C3B871-8E80-D147-AC5A-CA278654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B9C7E04-5600-C04F-BCF0-677B4EA95FAC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757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88BD8ED-C1DC-034B-B158-4BE8F9B0D94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05ACCF9-E8B6-454A-8880-A457C84DBC2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1AE5EC-1955-4647-9D1B-3D5929493AFC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BF357B-0703-BE4E-BEB2-AC1116A4205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70F2C9-B61D-CA4F-B3E0-B4C6EA86933F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50435E5-74F1-AD49-91CE-B5DDAF93F835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FC3BC43-DD90-C240-B379-14C16F453717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1F68626-6D9B-3B4D-919B-1757045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A3B17A-5D0F-3D41-94A2-21C3023AA40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977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7928F62-9533-614D-A666-9C368BE226A0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BB1EB6C-932C-2545-A0C5-6146B631E221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C05784-72DA-684A-A79B-6FC3CA9A3246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8295BF-3345-EC4A-87A5-C9346CAD738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86D31D-77A7-3B42-83A0-B4960390D88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268FF6-5451-D940-A9E3-A11A5F7E7487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A0F73E1-56D3-5A45-8C32-3246C3CBE991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D54FD55-DFC2-954C-A607-134D7A55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F9A92B-FCF3-EC44-A6E3-BA6C1880C422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289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A23207F-7F2B-6847-B1E2-6F312566FA50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863A1F-56A7-4D4F-B1F1-56A6D63FE85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5EFEFDF-1FED-D24B-89C1-F137C46A7294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58113C5-FBC8-2C4C-9C32-170C7AF3F218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D20727-BEC2-CA46-B768-7270590A7D3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D33F4F9-294B-9741-AEBE-A56B07736D0D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CF7DA214-0924-C644-B46E-C091356CB1E0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BD65B28E-882F-5049-8082-3AE8D7E89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1D17853-9707-8E4D-B4BC-8AEEE936309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730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1E8B7C2-3D08-FF46-B7DA-29A7DBF99B4B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2A039A0-752F-7941-8751-951E4D70FAA7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696A51-B607-EE4C-8EAC-CE410EB96DC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463106-A149-F344-846F-5D3C8F895CC1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84646FD-4AD2-8041-BDCD-4F15C1700F66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72A27DA-A29D-3041-82EB-6DFEAECC6047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53EC4D3-CFE3-514B-8366-113FF44C7EA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1E85CD-0F2F-214E-AAC3-0B54746A33E7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49B45AF-3F2C-4441-95F0-A57FE30F372F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787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45E88F5-461C-B444-86BF-26069931B551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4E54C84-7BCC-9741-8DEC-BF7B7D29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B40B56-9A03-4D45-9001-AFB82023A3B5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069D655-0034-6644-9435-7F83B0B6AEA7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8396F7F-2635-6645-B394-58DA9CE6185C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6944299-6FF0-2E42-A449-6A285F570920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2ADDA13-8E46-F242-A0E4-BBE0AC6C680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AB069E2-65C5-1D4B-8E7D-B3CFB6E6D71D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E38ED8F-6749-B84A-8C9C-C40A84717E5E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980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C1829F5-E813-014A-91B6-5905122BF5F5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4F47E8-0B22-164A-AB89-8F5F3D94E8B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9B48888-9927-9A4F-84EF-F90B8506DA0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148A6B1-2B11-6C45-B698-942094BEF1E0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7BD98C-B630-7449-80C8-AC2BE47A0D5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84635BA-1B80-6D46-B414-05762970E34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C80CBD7-5AB0-704E-BD0C-E2E30F8D2D55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75AF1C-0978-B844-AD06-43F283D92D7B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086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3FACD85-5ABA-6F4C-AA07-79596C5F2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8D8A48-E873-274D-857F-CFACA1912FF0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BD30A3-D37D-6D43-ACC6-8A47514F77A8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0413027-E9CE-0C45-9072-EAB54161DC44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C31FD4-5BAA-5B4E-822A-2DE44572797F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0FF8BE-D6A2-4A44-A4E9-177DD4D6D843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7587291-AFEE-3741-81A4-DF55898929D5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8B5558-D069-9145-9A74-C141791432BC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037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241DDB1-5601-BE4B-9512-CBC8913FF5DC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39907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8424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770F9-3EF7-C15D-336B-125F8CABD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68F8D1-1F14-51A1-FA20-7769B8D70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C07D7-B636-C517-4DAE-829BE002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D248-21FA-A846-AF86-B8170B478A4E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B27AB-A531-2DF3-EBB0-177C0A65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EF0D0-FB25-0D87-403E-3B251A62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AA2B-1C0C-794C-BEF7-A767DDE26D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743242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6A274-6870-3A96-1F28-EA3BBE9BA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71079-4AF4-1F54-E49B-E7F8DC5D8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A3D6B-B932-09E1-3D05-4612A221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D248-21FA-A846-AF86-B8170B478A4E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03238-A456-547C-6029-9A16B642F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02228-5FA5-93AF-E5EF-B1CB6744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AA2B-1C0C-794C-BEF7-A767DDE26D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338203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ADD10-9467-28CB-9A5F-3C82DEF15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08DAE-308E-C8E1-40E2-EDD8650CE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3C655-8067-ECE8-4774-4B2E3AB0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D248-21FA-A846-AF86-B8170B478A4E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4009A-E3D4-8DCE-1A55-F513404AD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625F4-ED5F-6809-2C45-17F6CB54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AA2B-1C0C-794C-BEF7-A767DDE26D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903508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62151-1F3B-2734-AD4D-BFC4FB21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CE13D-8B22-E9E0-1067-789B114B2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5CD3A-F904-261A-77BA-E597E6E75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F5199-AE61-1A1D-5D49-AA4A64F81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D248-21FA-A846-AF86-B8170B478A4E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5C01D-C3C2-71A7-172A-E4C1527D5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75EF3-8053-FAE0-57D5-B5FBDB74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AA2B-1C0C-794C-BEF7-A767DDE26D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815638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1AE14-9960-F19B-6203-E68A8E08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89B61-F9E2-1C21-880C-7BE23BAA2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42A4B-BE1F-8724-3EDD-A5D1B5B0A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D035B-8331-834A-7437-A22CEC407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71DEE3-4AA6-6D25-7E51-775C6F53EC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0B9D22-DAD0-8F23-EE49-2DBB4F962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D248-21FA-A846-AF86-B8170B478A4E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ED3BDB-DADE-7B1D-3686-B9637CF7E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B508B-384C-F6FA-A637-076D29E6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AA2B-1C0C-794C-BEF7-A767DDE26D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008989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DE77-0F7C-A0EC-D07E-BFA28795B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97E13A-68F0-8A86-71D5-B04949AF9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D248-21FA-A846-AF86-B8170B478A4E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1B579-76D2-78E3-EB15-51937791E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173E7-89AF-82C9-66F0-5D9ADEE00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AA2B-1C0C-794C-BEF7-A767DDE26D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530400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2C3539-DA08-A563-BE97-86ED1E6E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D248-21FA-A846-AF86-B8170B478A4E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B81FC-EEE8-B11D-135B-521432D26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22BDD-5283-E58B-3DC1-48BE252F0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AA2B-1C0C-794C-BEF7-A767DDE26D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163788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9A8DE-E4C3-7AD4-2DAC-F94FE1ABF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479A8-6506-76C8-882E-91752619A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2F3E9-8343-2B73-B5A1-B99BA53D1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D53EA-F8A9-8302-1BA1-4D30369C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D248-21FA-A846-AF86-B8170B478A4E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636E6-FD49-2425-6D6B-B9AB0AE8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9B802-5386-AAF9-B050-45C73944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AA2B-1C0C-794C-BEF7-A767DDE26D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57636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861B-4A77-8582-53BE-065ABFE0F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021DC5-558D-6193-5048-951E98CE7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A1C9F-6AF6-E62B-464E-3E5CDC8CB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43CF1-C1B9-D051-3B9A-9A4D2ABE2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D248-21FA-A846-AF86-B8170B478A4E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53444-487A-1611-F3C9-B79311EC1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DAEA3-023F-7D72-7228-CDDD31FB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AA2B-1C0C-794C-BEF7-A767DDE26D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790563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5929E-368E-447A-AE08-2F151F982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6F515-F357-200D-B1B7-575853BE3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102C1-B39A-4046-2CF4-FEB52B55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D248-21FA-A846-AF86-B8170B478A4E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3F8BB-49D3-A4A9-4D29-E80C01D8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20B4E-12B6-B587-1B1B-A19CC0CE8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AA2B-1C0C-794C-BEF7-A767DDE26D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861876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1BAC4A-41DD-4965-3E08-4D46C9D455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62DCD-27A0-A003-577E-239359A97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04E3F-7224-6561-C38C-EE042C08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D248-21FA-A846-AF86-B8170B478A4E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08AE4-DAA0-8C04-C105-BE1EFDCF7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373A3-9453-38FA-0B19-8740FD8A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AA2B-1C0C-794C-BEF7-A767DDE26D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048287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02B62-01D2-870E-1EA2-FA5D39B0E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EF114-537E-91AC-2231-59F6BA4BD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7F433-42A1-05EA-154C-1CB4D52FF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A211-3C1E-F843-B48A-A50C487860B2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A91FF-C6BC-9DA3-AC00-9A9B083E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46E1F-BEAC-E5B0-7E8A-01EF6B5A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36E02-6608-BA42-AD47-C03E16C3EE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995519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4E0AD-6BFC-8B63-7841-7BCC4A1D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8E129-4891-AFDE-A109-A584D1FC4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BE1B-1BBA-7788-CB8F-99FFFC8B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A211-3C1E-F843-B48A-A50C487860B2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0FF66-1797-207B-C07B-18023238F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23415-1BFC-6FB9-1A67-6F187E57A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36E02-6608-BA42-AD47-C03E16C3EE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6686742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444F1-F60D-F3D4-4059-45176A6D3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CEC7B-93BF-AA17-3637-6133FC12F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A74F9-29D9-7715-CAC0-C0BFEFF91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A211-3C1E-F843-B48A-A50C487860B2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A8A4C-2D56-C128-F906-3E51DDBB2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79FE6-529A-8926-768B-799DE32C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36E02-6608-BA42-AD47-C03E16C3EE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718031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AD852-AF4D-B353-2B47-7BB124A5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BF4D0-A7A4-2299-D780-F426E9344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3D82B-0F07-6F21-E763-F2A485B44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F85C0-D2AA-7B0C-9998-FAC663C78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A211-3C1E-F843-B48A-A50C487860B2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A6527-7350-4805-E769-4A8F6F9A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157BB-9455-FA8B-897E-707ED640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36E02-6608-BA42-AD47-C03E16C3EE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575780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8AA9-B08F-7241-AFDE-93F11B17E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85F09-0F04-F29C-F991-9482ABA06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97D0F-B769-C2D6-5D5D-F57A51A05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615F3-E3ED-52CB-EF55-991C09376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0089F9-932F-3061-3054-6672CF4DC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4256D9-3B15-8083-9127-DC6596823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A211-3C1E-F843-B48A-A50C487860B2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B7E30A-1B73-D279-4124-1F946E1C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A7193C-AD46-55EA-F84C-65D5C8BE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36E02-6608-BA42-AD47-C03E16C3EE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797143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32826-5189-0AF5-01A2-AB5321EDD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A46EA1-EA1D-ABC4-1BDF-40AE6C44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A211-3C1E-F843-B48A-A50C487860B2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FB334B-4F2D-3BA2-2599-6725E3BBD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FEF3E-E3FA-998F-7CB8-ED6CE8DF6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36E02-6608-BA42-AD47-C03E16C3EE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570579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3506E9-7626-ACE7-BCEC-E9212650D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A211-3C1E-F843-B48A-A50C487860B2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51A41C-09FE-1D55-7BFF-A42F3FD3B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4E0BA-2E65-D454-4914-8B9AEA17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36E02-6608-BA42-AD47-C03E16C3EE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635134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DD1B7-0827-A079-82AC-0E452414E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C7CEE-FD7A-9F26-BCD0-02C1B6FCE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6DC01-C305-62D1-7C2C-7AD60E86E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E6252-8FC0-9CDC-E287-65DE741B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A211-3C1E-F843-B48A-A50C487860B2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44BE1-8F38-CEE2-F97C-98E8177E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FFD5B-6F19-4349-4AD3-575E6578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36E02-6608-BA42-AD47-C03E16C3EE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796084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5A68F-2F94-EC0D-0849-32BA20147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83CE10-CE59-EAD2-AEE9-DAE1913736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2CCB8-CD06-1875-1B07-1BDAC87E2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8FE6C-BC87-98CC-140E-715416D4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A211-3C1E-F843-B48A-A50C487860B2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3340-7537-BF55-2225-F56453E28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B47A6-429B-3CCD-F332-DCE02BD1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36E02-6608-BA42-AD47-C03E16C3EE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709708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83E7F-80E7-62C9-EAE9-5F25FA773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2654E-E7A9-5A91-AE65-931233A60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1D4AA-BF53-742B-ABCB-26588D767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A211-3C1E-F843-B48A-A50C487860B2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AFE53-3643-828B-F88D-F187B0CE7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A42C-73BE-20C1-93E1-DC9D145A9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36E02-6608-BA42-AD47-C03E16C3EE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4857398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51454-F0AA-8BD9-9772-5D42D38CCD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46AB1-D3CD-8838-01B3-167E6D034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08FF3-8478-611F-E128-8702AFE5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A211-3C1E-F843-B48A-A50C487860B2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84028-6AF8-A83B-8AFB-3FD7F888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885D7-DCA3-D01D-761E-070962837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36E02-6608-BA42-AD47-C03E16C3EE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8465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3927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FPT SOFTWARE – SLIDE MASTER</a:t>
            </a:r>
          </a:p>
        </p:txBody>
      </p:sp>
    </p:spTree>
    <p:extLst>
      <p:ext uri="{BB962C8B-B14F-4D97-AF65-F5344CB8AC3E}">
        <p14:creationId xmlns:p14="http://schemas.microsoft.com/office/powerpoint/2010/main" val="245549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91" r:id="rId2"/>
    <p:sldLayoutId id="2147483721" r:id="rId3"/>
    <p:sldLayoutId id="2147483653" r:id="rId4"/>
    <p:sldLayoutId id="2147483663" r:id="rId5"/>
    <p:sldLayoutId id="2147483662" r:id="rId6"/>
    <p:sldLayoutId id="2147483667" r:id="rId7"/>
    <p:sldLayoutId id="2147483656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659" r:id="rId14"/>
    <p:sldLayoutId id="2147483660" r:id="rId15"/>
    <p:sldLayoutId id="2147483652" r:id="rId16"/>
    <p:sldLayoutId id="2147483665" r:id="rId17"/>
    <p:sldLayoutId id="2147483658" r:id="rId18"/>
    <p:sldLayoutId id="2147483657" r:id="rId19"/>
    <p:sldLayoutId id="2147483664" r:id="rId20"/>
    <p:sldLayoutId id="2147483666" r:id="rId21"/>
    <p:sldLayoutId id="2147483661" r:id="rId22"/>
    <p:sldLayoutId id="2147483651" r:id="rId23"/>
    <p:sldLayoutId id="2147483655" r:id="rId24"/>
    <p:sldLayoutId id="2147483649" r:id="rId25"/>
    <p:sldLayoutId id="2147483668" r:id="rId26"/>
    <p:sldLayoutId id="2147483669" r:id="rId27"/>
    <p:sldLayoutId id="2147483671" r:id="rId28"/>
    <p:sldLayoutId id="2147483672" r:id="rId29"/>
    <p:sldLayoutId id="2147483688" r:id="rId30"/>
    <p:sldLayoutId id="2147483687" r:id="rId31"/>
    <p:sldLayoutId id="2147483689" r:id="rId32"/>
    <p:sldLayoutId id="2147483690" r:id="rId3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BR Omega V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DABF66-549E-ABF9-83FE-B257BF249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7FE78-8B7E-E495-66CB-24D6C314B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654C3-07FC-4557-2C89-804C3A10C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9D248-21FA-A846-AF86-B8170B478A4E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6ED8C-6144-E93D-8ADE-820C6A62E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E020D-885D-9FE1-6A7B-A68595B07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0AA2B-1C0C-794C-BEF7-A767DDE26D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4654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9BA9C-4668-BFFC-D1CF-45C0E338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0E63C-933F-CCC4-AB69-1CD2A993B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98280-847D-DF02-A3B1-BABDA379F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2A211-3C1E-F843-B48A-A50C487860B2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F7990-9D65-AFD9-A393-A5C5847093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43FA1-D095-4FA3-0D27-173356200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36E02-6608-BA42-AD47-C03E16C3EE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8029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2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hyperlink" Target="https://drive.google.com/file/d/14ZBP7hk_QAH4epzbHODJ2L-xIJqA0fJv/view?usp=sharing" TargetMode="External"/><Relationship Id="rId1" Type="http://schemas.openxmlformats.org/officeDocument/2006/relationships/slideLayout" Target="../slideLayouts/slideLayout2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77.png"/><Relationship Id="rId21" Type="http://schemas.openxmlformats.org/officeDocument/2006/relationships/image" Target="../media/image95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5" Type="http://schemas.openxmlformats.org/officeDocument/2006/relationships/image" Target="../media/image99.png"/><Relationship Id="rId2" Type="http://schemas.openxmlformats.org/officeDocument/2006/relationships/image" Target="../media/image76.png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24" Type="http://schemas.openxmlformats.org/officeDocument/2006/relationships/image" Target="../media/image98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23" Type="http://schemas.openxmlformats.org/officeDocument/2006/relationships/image" Target="../media/image97.png"/><Relationship Id="rId10" Type="http://schemas.openxmlformats.org/officeDocument/2006/relationships/image" Target="../media/image84.png"/><Relationship Id="rId19" Type="http://schemas.openxmlformats.org/officeDocument/2006/relationships/image" Target="../media/image93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Relationship Id="rId22" Type="http://schemas.openxmlformats.org/officeDocument/2006/relationships/image" Target="../media/image9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33.png"/><Relationship Id="rId18" Type="http://schemas.openxmlformats.org/officeDocument/2006/relationships/image" Target="../media/image112.png"/><Relationship Id="rId3" Type="http://schemas.openxmlformats.org/officeDocument/2006/relationships/image" Target="../media/image101.png"/><Relationship Id="rId21" Type="http://schemas.openxmlformats.org/officeDocument/2006/relationships/image" Target="../media/image115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17" Type="http://schemas.openxmlformats.org/officeDocument/2006/relationships/image" Target="../media/image40.png"/><Relationship Id="rId25" Type="http://schemas.openxmlformats.org/officeDocument/2006/relationships/image" Target="../media/image119.png"/><Relationship Id="rId2" Type="http://schemas.openxmlformats.org/officeDocument/2006/relationships/image" Target="../media/image100.png"/><Relationship Id="rId16" Type="http://schemas.openxmlformats.org/officeDocument/2006/relationships/image" Target="../media/image39.png"/><Relationship Id="rId20" Type="http://schemas.openxmlformats.org/officeDocument/2006/relationships/image" Target="../media/image114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24" Type="http://schemas.openxmlformats.org/officeDocument/2006/relationships/image" Target="../media/image118.png"/><Relationship Id="rId5" Type="http://schemas.openxmlformats.org/officeDocument/2006/relationships/image" Target="../media/image103.png"/><Relationship Id="rId15" Type="http://schemas.openxmlformats.org/officeDocument/2006/relationships/image" Target="../media/image38.png"/><Relationship Id="rId23" Type="http://schemas.openxmlformats.org/officeDocument/2006/relationships/image" Target="../media/image117.png"/><Relationship Id="rId10" Type="http://schemas.openxmlformats.org/officeDocument/2006/relationships/image" Target="../media/image108.png"/><Relationship Id="rId19" Type="http://schemas.openxmlformats.org/officeDocument/2006/relationships/image" Target="../media/image113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1.png"/><Relationship Id="rId22" Type="http://schemas.openxmlformats.org/officeDocument/2006/relationships/image" Target="../media/image11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3" Type="http://schemas.openxmlformats.org/officeDocument/2006/relationships/image" Target="../media/image121.png"/><Relationship Id="rId21" Type="http://schemas.openxmlformats.org/officeDocument/2006/relationships/image" Target="../media/image139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5" Type="http://schemas.openxmlformats.org/officeDocument/2006/relationships/image" Target="../media/image143.png"/><Relationship Id="rId2" Type="http://schemas.openxmlformats.org/officeDocument/2006/relationships/image" Target="../media/image120.png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24" Type="http://schemas.openxmlformats.org/officeDocument/2006/relationships/image" Target="../media/image142.png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23" Type="http://schemas.openxmlformats.org/officeDocument/2006/relationships/image" Target="../media/image141.png"/><Relationship Id="rId10" Type="http://schemas.openxmlformats.org/officeDocument/2006/relationships/image" Target="../media/image128.png"/><Relationship Id="rId19" Type="http://schemas.openxmlformats.org/officeDocument/2006/relationships/image" Target="../media/image137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Relationship Id="rId22" Type="http://schemas.openxmlformats.org/officeDocument/2006/relationships/image" Target="../media/image14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25.png"/><Relationship Id="rId18" Type="http://schemas.openxmlformats.org/officeDocument/2006/relationships/image" Target="../media/image26.png"/><Relationship Id="rId3" Type="http://schemas.openxmlformats.org/officeDocument/2006/relationships/image" Target="../media/image145.png"/><Relationship Id="rId21" Type="http://schemas.openxmlformats.org/officeDocument/2006/relationships/image" Target="../media/image27.png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17" Type="http://schemas.openxmlformats.org/officeDocument/2006/relationships/image" Target="../media/image158.png"/><Relationship Id="rId25" Type="http://schemas.openxmlformats.org/officeDocument/2006/relationships/image" Target="../media/image163.png"/><Relationship Id="rId2" Type="http://schemas.openxmlformats.org/officeDocument/2006/relationships/image" Target="../media/image144.png"/><Relationship Id="rId16" Type="http://schemas.openxmlformats.org/officeDocument/2006/relationships/image" Target="../media/image157.png"/><Relationship Id="rId20" Type="http://schemas.openxmlformats.org/officeDocument/2006/relationships/image" Target="../media/image160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48.png"/><Relationship Id="rId11" Type="http://schemas.openxmlformats.org/officeDocument/2006/relationships/image" Target="../media/image153.png"/><Relationship Id="rId24" Type="http://schemas.openxmlformats.org/officeDocument/2006/relationships/image" Target="../media/image28.png"/><Relationship Id="rId5" Type="http://schemas.openxmlformats.org/officeDocument/2006/relationships/image" Target="../media/image147.png"/><Relationship Id="rId15" Type="http://schemas.openxmlformats.org/officeDocument/2006/relationships/image" Target="../media/image156.png"/><Relationship Id="rId23" Type="http://schemas.openxmlformats.org/officeDocument/2006/relationships/image" Target="../media/image162.png"/><Relationship Id="rId10" Type="http://schemas.openxmlformats.org/officeDocument/2006/relationships/image" Target="../media/image152.png"/><Relationship Id="rId19" Type="http://schemas.openxmlformats.org/officeDocument/2006/relationships/image" Target="../media/image159.png"/><Relationship Id="rId4" Type="http://schemas.openxmlformats.org/officeDocument/2006/relationships/image" Target="../media/image146.png"/><Relationship Id="rId9" Type="http://schemas.openxmlformats.org/officeDocument/2006/relationships/image" Target="../media/image151.png"/><Relationship Id="rId14" Type="http://schemas.openxmlformats.org/officeDocument/2006/relationships/image" Target="../media/image155.png"/><Relationship Id="rId22" Type="http://schemas.openxmlformats.org/officeDocument/2006/relationships/image" Target="../media/image16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188852"/>
              </p:ext>
            </p:extLst>
          </p:nvPr>
        </p:nvGraphicFramePr>
        <p:xfrm>
          <a:off x="353966" y="88944"/>
          <a:ext cx="11245641" cy="66806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172">
                  <a:extLst>
                    <a:ext uri="{9D8B030D-6E8A-4147-A177-3AD203B41FA5}">
                      <a16:colId xmlns:a16="http://schemas.microsoft.com/office/drawing/2014/main" val="2236858565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898197656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1894559395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2026346761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3160701833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3249905941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319160394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926408139"/>
                    </a:ext>
                  </a:extLst>
                </a:gridCol>
                <a:gridCol w="726893">
                  <a:extLst>
                    <a:ext uri="{9D8B030D-6E8A-4147-A177-3AD203B41FA5}">
                      <a16:colId xmlns:a16="http://schemas.microsoft.com/office/drawing/2014/main" val="319335546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54403237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2369332732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2078853654"/>
                    </a:ext>
                  </a:extLst>
                </a:gridCol>
                <a:gridCol w="726893">
                  <a:extLst>
                    <a:ext uri="{9D8B030D-6E8A-4147-A177-3AD203B41FA5}">
                      <a16:colId xmlns:a16="http://schemas.microsoft.com/office/drawing/2014/main" val="17584768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992837600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721889804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1010971157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3586593168"/>
                    </a:ext>
                  </a:extLst>
                </a:gridCol>
                <a:gridCol w="821208">
                  <a:extLst>
                    <a:ext uri="{9D8B030D-6E8A-4147-A177-3AD203B41FA5}">
                      <a16:colId xmlns:a16="http://schemas.microsoft.com/office/drawing/2014/main" val="1269948348"/>
                    </a:ext>
                  </a:extLst>
                </a:gridCol>
                <a:gridCol w="686829">
                  <a:extLst>
                    <a:ext uri="{9D8B030D-6E8A-4147-A177-3AD203B41FA5}">
                      <a16:colId xmlns:a16="http://schemas.microsoft.com/office/drawing/2014/main" val="449444299"/>
                    </a:ext>
                  </a:extLst>
                </a:gridCol>
                <a:gridCol w="238896">
                  <a:extLst>
                    <a:ext uri="{9D8B030D-6E8A-4147-A177-3AD203B41FA5}">
                      <a16:colId xmlns:a16="http://schemas.microsoft.com/office/drawing/2014/main" val="2171026233"/>
                    </a:ext>
                  </a:extLst>
                </a:gridCol>
              </a:tblGrid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279829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501500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279829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75969"/>
                  </a:ext>
                </a:extLst>
              </a:tr>
              <a:tr h="14601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306379"/>
                  </a:ext>
                </a:extLst>
              </a:tr>
              <a:tr h="14601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021982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96913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361467"/>
                  </a:ext>
                </a:extLst>
              </a:tr>
              <a:tr h="14601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5" gridSpan="7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684601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7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05379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7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7219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873409"/>
                  </a:ext>
                </a:extLst>
              </a:tr>
              <a:tr h="206870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7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121866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20987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258095"/>
                  </a:ext>
                </a:extLst>
              </a:tr>
              <a:tr h="186181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337559"/>
                  </a:ext>
                </a:extLst>
              </a:tr>
              <a:tr h="117916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764669"/>
                  </a:ext>
                </a:extLst>
              </a:tr>
              <a:tr h="759189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400" b="1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400" b="1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Template</a:t>
                      </a:r>
                    </a:p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FSOFT</a:t>
                      </a:r>
                      <a:r>
                        <a:rPr lang="en-US" sz="2800" b="1" i="0" u="none" strike="noStrike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Slide Dark</a:t>
                      </a:r>
                      <a:endParaRPr lang="en-US" sz="2800" b="1" i="1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400" b="1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2400" b="0" i="1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200" b="0" i="1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400" b="1" i="1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400" b="1" i="1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692249"/>
                  </a:ext>
                </a:extLst>
              </a:tr>
              <a:tr h="48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 gridSpan="18">
                  <a:txBody>
                    <a:bodyPr/>
                    <a:lstStyle/>
                    <a:p>
                      <a:pPr algn="ctr" fontAlgn="b"/>
                      <a:r>
                        <a:rPr lang="en-US" sz="3600" b="1" i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565451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744616"/>
                  </a:ext>
                </a:extLst>
              </a:tr>
              <a:tr h="390981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16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75775"/>
                  </a:ext>
                </a:extLst>
              </a:tr>
              <a:tr h="341698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 Code</a:t>
                      </a: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31e-BM/MAS/HDCV/FSOFT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999009"/>
                  </a:ext>
                </a:extLst>
              </a:tr>
              <a:tr h="307731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</a:t>
                      </a: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686132"/>
                  </a:ext>
                </a:extLst>
              </a:tr>
              <a:tr h="360485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 Date</a:t>
                      </a: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r>
                        <a:rPr lang="en-US" sz="1200" b="1" i="0" u="none" strike="noStrike" baseline="300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</a:t>
                      </a:r>
                      <a:r>
                        <a:rPr lang="en-US" sz="1200" b="1" i="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Aug 2025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26268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092852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17426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016991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550554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104346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233946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87654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758379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117882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510604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163468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316722"/>
                  </a:ext>
                </a:extLst>
              </a:tr>
              <a:tr h="107570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228828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48934"/>
                  </a:ext>
                </a:extLst>
              </a:tr>
            </a:tbl>
          </a:graphicData>
        </a:graphic>
      </p:graphicFrame>
      <p:pic>
        <p:nvPicPr>
          <p:cNvPr id="8" name="Picture 7" descr="C:\Users\trangptt11.FSOFT.FPT.VN\Downloads\Fsoftlogo-0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484" y="177756"/>
            <a:ext cx="2039061" cy="1210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8162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064430"/>
              </p:ext>
            </p:extLst>
          </p:nvPr>
        </p:nvGraphicFramePr>
        <p:xfrm>
          <a:off x="389355" y="442457"/>
          <a:ext cx="11370027" cy="44805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3876">
                  <a:extLst>
                    <a:ext uri="{9D8B030D-6E8A-4147-A177-3AD203B41FA5}">
                      <a16:colId xmlns:a16="http://schemas.microsoft.com/office/drawing/2014/main" val="4237591142"/>
                    </a:ext>
                  </a:extLst>
                </a:gridCol>
                <a:gridCol w="1552222">
                  <a:extLst>
                    <a:ext uri="{9D8B030D-6E8A-4147-A177-3AD203B41FA5}">
                      <a16:colId xmlns:a16="http://schemas.microsoft.com/office/drawing/2014/main" val="1926035370"/>
                    </a:ext>
                  </a:extLst>
                </a:gridCol>
                <a:gridCol w="970139">
                  <a:extLst>
                    <a:ext uri="{9D8B030D-6E8A-4147-A177-3AD203B41FA5}">
                      <a16:colId xmlns:a16="http://schemas.microsoft.com/office/drawing/2014/main" val="1014065635"/>
                    </a:ext>
                  </a:extLst>
                </a:gridCol>
                <a:gridCol w="2774418">
                  <a:extLst>
                    <a:ext uri="{9D8B030D-6E8A-4147-A177-3AD203B41FA5}">
                      <a16:colId xmlns:a16="http://schemas.microsoft.com/office/drawing/2014/main" val="946925643"/>
                    </a:ext>
                  </a:extLst>
                </a:gridCol>
                <a:gridCol w="2519359">
                  <a:extLst>
                    <a:ext uri="{9D8B030D-6E8A-4147-A177-3AD203B41FA5}">
                      <a16:colId xmlns:a16="http://schemas.microsoft.com/office/drawing/2014/main" val="3095928194"/>
                    </a:ext>
                  </a:extLst>
                </a:gridCol>
                <a:gridCol w="1361374">
                  <a:extLst>
                    <a:ext uri="{9D8B030D-6E8A-4147-A177-3AD203B41FA5}">
                      <a16:colId xmlns:a16="http://schemas.microsoft.com/office/drawing/2014/main" val="2654595980"/>
                    </a:ext>
                  </a:extLst>
                </a:gridCol>
                <a:gridCol w="1668639">
                  <a:extLst>
                    <a:ext uri="{9D8B030D-6E8A-4147-A177-3AD203B41FA5}">
                      <a16:colId xmlns:a16="http://schemas.microsoft.com/office/drawing/2014/main" val="3777438377"/>
                    </a:ext>
                  </a:extLst>
                </a:gridCol>
              </a:tblGrid>
              <a:tr h="35443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778593"/>
                  </a:ext>
                </a:extLst>
              </a:tr>
              <a:tr h="36861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RECORD OF CHANGE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735348"/>
                  </a:ext>
                </a:extLst>
              </a:tr>
              <a:tr h="18544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1229"/>
                  </a:ext>
                </a:extLst>
              </a:tr>
              <a:tr h="5322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US" sz="14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 Date</a:t>
                      </a:r>
                      <a:endParaRPr lang="en-US" sz="14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</a:t>
                      </a:r>
                      <a:endParaRPr lang="en-US" sz="14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 Description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Reason</a:t>
                      </a:r>
                      <a:endParaRPr lang="en-US" sz="14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Reviewer</a:t>
                      </a:r>
                      <a:endParaRPr lang="en-US" sz="14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Approver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96265"/>
                  </a:ext>
                </a:extLst>
              </a:tr>
              <a:tr h="96700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15-Dec-2021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Create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New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To the request of the BOD, the purpose is enhance the brand image of FPT Software, and the security system and regulations of the new commercial brand of FPT Software</a:t>
                      </a:r>
                      <a:endParaRPr lang="vi-V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550587"/>
                  </a:ext>
                </a:extLst>
              </a:tr>
              <a:tr h="103447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03-Apr-2023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Update more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slide for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EVP project: 7, 10, 14, 20,21, 23, 24, 25, 26, 29, 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To the request of the BOD, the purpose is enhance the brand image of FPT Software, and the security system and regulations of the new commercial brand of FPT Software</a:t>
                      </a:r>
                      <a:endParaRPr lang="vi-V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354144"/>
                  </a:ext>
                </a:extLst>
              </a:tr>
              <a:tr h="1034473">
                <a:tc>
                  <a:txBody>
                    <a:bodyPr/>
                    <a:lstStyle/>
                    <a:p>
                      <a:pPr algn="ctr" fontAlgn="t"/>
                      <a:r>
                        <a:rPr lang="vi-VN" sz="1400" b="0" i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lang="vi-V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-Aug-2025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vi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vi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Update Global map in slide 46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To the request</a:t>
                      </a: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of QMS, the purpose is Standardizing Vietnam map images</a:t>
                      </a:r>
                      <a:endParaRPr lang="vi-V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vi-V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ThaoNTT32 </a:t>
                      </a:r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vi-V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QuynhHN </a:t>
                      </a:r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29296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0884" y="5649264"/>
            <a:ext cx="88958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*Note: This 2 page only record doc information, not use</a:t>
            </a:r>
            <a:endParaRPr lang="en-U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62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36371D-70FE-6D4E-A499-682B6D9752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BC0877-AE0C-CD49-8CC8-08B15A284ECF}"/>
              </a:ext>
            </a:extLst>
          </p:cNvPr>
          <p:cNvSpPr txBox="1"/>
          <p:nvPr/>
        </p:nvSpPr>
        <p:spPr>
          <a:xfrm>
            <a:off x="652402" y="2591876"/>
            <a:ext cx="11077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-100" normalizeH="0" baseline="0" noProof="0" dirty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PRESENTATION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E3798F-1801-8D47-AFE4-268C325D2879}"/>
              </a:ext>
            </a:extLst>
          </p:cNvPr>
          <p:cNvSpPr txBox="1"/>
          <p:nvPr/>
        </p:nvSpPr>
        <p:spPr>
          <a:xfrm>
            <a:off x="714046" y="3677007"/>
            <a:ext cx="444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TEMPLATE</a:t>
            </a:r>
            <a:endParaRPr kumimoji="0" lang="en-US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698B22-C46F-4B4C-9C9C-8A895C284951}"/>
              </a:ext>
            </a:extLst>
          </p:cNvPr>
          <p:cNvGrpSpPr/>
          <p:nvPr/>
        </p:nvGrpSpPr>
        <p:grpSpPr>
          <a:xfrm>
            <a:off x="652402" y="5861752"/>
            <a:ext cx="2609076" cy="482600"/>
            <a:chOff x="5181600" y="3683000"/>
            <a:chExt cx="2609076" cy="48260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4F2C8F40-082F-2A4A-ABAE-A6ECF09B9FD7}"/>
                </a:ext>
              </a:extLst>
            </p:cNvPr>
            <p:cNvSpPr/>
            <p:nvPr/>
          </p:nvSpPr>
          <p:spPr>
            <a:xfrm>
              <a:off x="5181600" y="3683000"/>
              <a:ext cx="2169900" cy="482600"/>
            </a:xfrm>
            <a:prstGeom prst="roundRect">
              <a:avLst>
                <a:gd name="adj" fmla="val 50000"/>
              </a:avLst>
            </a:prstGeom>
            <a:solidFill>
              <a:srgbClr val="01DDEC">
                <a:alpha val="20000"/>
              </a:srgbClr>
            </a:solidFill>
            <a:ln>
              <a:solidFill>
                <a:srgbClr val="01DD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A60010-1FC5-0E4C-8CDE-2BFFCABD6DCE}"/>
                </a:ext>
              </a:extLst>
            </p:cNvPr>
            <p:cNvSpPr txBox="1"/>
            <p:nvPr/>
          </p:nvSpPr>
          <p:spPr>
            <a:xfrm>
              <a:off x="5337747" y="3764985"/>
              <a:ext cx="2452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April 3</a:t>
              </a:r>
              <a:r>
                <a:rPr kumimoji="0" lang="en-US" sz="1600" u="none" strike="noStrike" kern="1200" cap="none" spc="0" normalizeH="0" baseline="30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rd</a:t>
              </a: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 2023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834EA63-D92C-1C4B-894A-274F3D4C097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580483" y="1705577"/>
            <a:ext cx="2160712" cy="824238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6A50D4-1895-CD4F-A67E-1B600BC6B833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609FAA3-2415-6144-862D-EAE8FFAEBD1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6421286-04AC-FC48-9D67-F26A7DE941EE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3F38E44-5D3E-994F-B8BC-F94A02DB877D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4B51C6E-16E1-D04E-B309-0EFDBB75B632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D4680-8F6B-5A41-841B-AAEA6AA43669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B7B4C5-9A08-4E48-AEDA-791A0BE3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4122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6276 1.85185E-6 L -2.29167E-6 1.85185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36371D-70FE-6D4E-A499-682B6D9752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BC0877-AE0C-CD49-8CC8-08B15A284ECF}"/>
              </a:ext>
            </a:extLst>
          </p:cNvPr>
          <p:cNvSpPr txBox="1"/>
          <p:nvPr/>
        </p:nvSpPr>
        <p:spPr>
          <a:xfrm>
            <a:off x="652402" y="2591876"/>
            <a:ext cx="11077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-100" normalizeH="0" baseline="0" noProof="0" dirty="0">
                <a:ln>
                  <a:noFill/>
                </a:ln>
                <a:solidFill>
                  <a:srgbClr val="F3712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PRESENTATION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E3798F-1801-8D47-AFE4-268C325D2879}"/>
              </a:ext>
            </a:extLst>
          </p:cNvPr>
          <p:cNvSpPr txBox="1"/>
          <p:nvPr/>
        </p:nvSpPr>
        <p:spPr>
          <a:xfrm>
            <a:off x="714046" y="3677007"/>
            <a:ext cx="444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TEMPLATE</a:t>
            </a:r>
            <a:endParaRPr kumimoji="0" lang="en-US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698B22-C46F-4B4C-9C9C-8A895C284951}"/>
              </a:ext>
            </a:extLst>
          </p:cNvPr>
          <p:cNvGrpSpPr/>
          <p:nvPr/>
        </p:nvGrpSpPr>
        <p:grpSpPr>
          <a:xfrm>
            <a:off x="652402" y="5861752"/>
            <a:ext cx="2609076" cy="482600"/>
            <a:chOff x="5181600" y="3683000"/>
            <a:chExt cx="2609076" cy="48260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4F2C8F40-082F-2A4A-ABAE-A6ECF09B9FD7}"/>
                </a:ext>
              </a:extLst>
            </p:cNvPr>
            <p:cNvSpPr/>
            <p:nvPr/>
          </p:nvSpPr>
          <p:spPr>
            <a:xfrm>
              <a:off x="5181600" y="3683000"/>
              <a:ext cx="2169900" cy="482600"/>
            </a:xfrm>
            <a:prstGeom prst="roundRect">
              <a:avLst>
                <a:gd name="adj" fmla="val 50000"/>
              </a:avLst>
            </a:prstGeom>
            <a:solidFill>
              <a:srgbClr val="F37121">
                <a:alpha val="20000"/>
              </a:srgbClr>
            </a:solidFill>
            <a:ln>
              <a:solidFill>
                <a:srgbClr val="F371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A60010-1FC5-0E4C-8CDE-2BFFCABD6DCE}"/>
                </a:ext>
              </a:extLst>
            </p:cNvPr>
            <p:cNvSpPr txBox="1"/>
            <p:nvPr/>
          </p:nvSpPr>
          <p:spPr>
            <a:xfrm>
              <a:off x="5337747" y="3764985"/>
              <a:ext cx="2452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April 3</a:t>
              </a:r>
              <a:r>
                <a:rPr kumimoji="0" lang="en-US" sz="1600" u="none" strike="noStrike" kern="1200" cap="none" spc="0" normalizeH="0" baseline="30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rd</a:t>
              </a: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 2023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834EA63-D92C-1C4B-894A-274F3D4C097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580483" y="1705577"/>
            <a:ext cx="2160712" cy="824238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6A50D4-1895-CD4F-A67E-1B600BC6B833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609FAA3-2415-6144-862D-EAE8FFAEBD1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6421286-04AC-FC48-9D67-F26A7DE941EE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3F38E44-5D3E-994F-B8BC-F94A02DB877D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4B51C6E-16E1-D04E-B309-0EFDBB75B632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D4680-8F6B-5A41-841B-AAEA6AA43669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B02CAD-52BC-2A41-B04D-CE494CF65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1892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6276 1.85185E-6 L -2.29167E-6 1.85185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36371D-70FE-6D4E-A499-682B6D9752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BC0877-AE0C-CD49-8CC8-08B15A284ECF}"/>
              </a:ext>
            </a:extLst>
          </p:cNvPr>
          <p:cNvSpPr txBox="1"/>
          <p:nvPr/>
        </p:nvSpPr>
        <p:spPr>
          <a:xfrm>
            <a:off x="652402" y="2591876"/>
            <a:ext cx="11077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-100" normalizeH="0" baseline="0" noProof="0" dirty="0">
                <a:ln>
                  <a:noFill/>
                </a:ln>
                <a:solidFill>
                  <a:srgbClr val="50B848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PRESENTATION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E3798F-1801-8D47-AFE4-268C325D2879}"/>
              </a:ext>
            </a:extLst>
          </p:cNvPr>
          <p:cNvSpPr txBox="1"/>
          <p:nvPr/>
        </p:nvSpPr>
        <p:spPr>
          <a:xfrm>
            <a:off x="714046" y="3677007"/>
            <a:ext cx="444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TEMPLATE</a:t>
            </a:r>
            <a:endParaRPr kumimoji="0" lang="en-US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698B22-C46F-4B4C-9C9C-8A895C284951}"/>
              </a:ext>
            </a:extLst>
          </p:cNvPr>
          <p:cNvGrpSpPr/>
          <p:nvPr/>
        </p:nvGrpSpPr>
        <p:grpSpPr>
          <a:xfrm>
            <a:off x="652402" y="5861752"/>
            <a:ext cx="2609076" cy="482600"/>
            <a:chOff x="5181600" y="3683000"/>
            <a:chExt cx="2609076" cy="48260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4F2C8F40-082F-2A4A-ABAE-A6ECF09B9FD7}"/>
                </a:ext>
              </a:extLst>
            </p:cNvPr>
            <p:cNvSpPr/>
            <p:nvPr/>
          </p:nvSpPr>
          <p:spPr>
            <a:xfrm>
              <a:off x="5181600" y="3683000"/>
              <a:ext cx="2169900" cy="482600"/>
            </a:xfrm>
            <a:prstGeom prst="roundRect">
              <a:avLst>
                <a:gd name="adj" fmla="val 50000"/>
              </a:avLst>
            </a:prstGeom>
            <a:solidFill>
              <a:srgbClr val="50B848">
                <a:alpha val="20000"/>
              </a:srgbClr>
            </a:solidFill>
            <a:ln>
              <a:solidFill>
                <a:srgbClr val="50B8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A60010-1FC5-0E4C-8CDE-2BFFCABD6DCE}"/>
                </a:ext>
              </a:extLst>
            </p:cNvPr>
            <p:cNvSpPr txBox="1"/>
            <p:nvPr/>
          </p:nvSpPr>
          <p:spPr>
            <a:xfrm>
              <a:off x="5337747" y="3764985"/>
              <a:ext cx="2452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April 3</a:t>
              </a:r>
              <a:r>
                <a:rPr kumimoji="0" lang="en-US" sz="1600" u="none" strike="noStrike" kern="1200" cap="none" spc="0" normalizeH="0" baseline="30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rd</a:t>
              </a: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 2023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834EA63-D92C-1C4B-894A-274F3D4C097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580483" y="1705577"/>
            <a:ext cx="2160712" cy="824238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6A50D4-1895-CD4F-A67E-1B600BC6B833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609FAA3-2415-6144-862D-EAE8FFAEBD1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6421286-04AC-FC48-9D67-F26A7DE941EE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3F38E44-5D3E-994F-B8BC-F94A02DB877D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4B51C6E-16E1-D04E-B309-0EFDBB75B632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D4680-8F6B-5A41-841B-AAEA6AA43669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A691D0-9102-3D42-9C5E-80F05903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0596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6276 1.85185E-6 L -2.29167E-6 1.85185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463386-0B75-CC46-AAFD-693470F2816B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C95BAD-1051-D14A-A2ED-67EE951937C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DA5FEF-EAF7-7645-B0BE-475CDFB8EFB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7C41C3-37CF-D048-AE7D-FFF9DCC8F0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F4A51A-9780-A043-9191-080CE4D0878B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3E1FE3-E4C8-2241-9200-CEC360C515C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87600C-AC5D-0F48-84F3-929CFB857597}"/>
              </a:ext>
            </a:extLst>
          </p:cNvPr>
          <p:cNvSpPr txBox="1"/>
          <p:nvPr/>
        </p:nvSpPr>
        <p:spPr>
          <a:xfrm>
            <a:off x="652402" y="2591876"/>
            <a:ext cx="11077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-100" normalizeH="0" baseline="0" noProof="0" dirty="0">
                <a:ln>
                  <a:noFill/>
                </a:ln>
                <a:solidFill>
                  <a:srgbClr val="F3712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PRESENTATION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E38518-B08F-E24B-BAE9-166DD1CBF01D}"/>
              </a:ext>
            </a:extLst>
          </p:cNvPr>
          <p:cNvSpPr txBox="1"/>
          <p:nvPr/>
        </p:nvSpPr>
        <p:spPr>
          <a:xfrm>
            <a:off x="714046" y="3677007"/>
            <a:ext cx="444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TEMPLATE</a:t>
            </a:r>
            <a:endParaRPr kumimoji="0" lang="en-US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D3B4CA9-11B2-8F4E-8CBE-2036204A6C22}"/>
              </a:ext>
            </a:extLst>
          </p:cNvPr>
          <p:cNvGrpSpPr/>
          <p:nvPr/>
        </p:nvGrpSpPr>
        <p:grpSpPr>
          <a:xfrm>
            <a:off x="652402" y="5861752"/>
            <a:ext cx="2609076" cy="482600"/>
            <a:chOff x="5181600" y="3683000"/>
            <a:chExt cx="2609076" cy="482600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3CEA531-4D84-CF4C-970E-E43526C6A0E7}"/>
                </a:ext>
              </a:extLst>
            </p:cNvPr>
            <p:cNvSpPr/>
            <p:nvPr/>
          </p:nvSpPr>
          <p:spPr>
            <a:xfrm>
              <a:off x="5181600" y="3683000"/>
              <a:ext cx="2169900" cy="482600"/>
            </a:xfrm>
            <a:prstGeom prst="roundRect">
              <a:avLst>
                <a:gd name="adj" fmla="val 50000"/>
              </a:avLst>
            </a:prstGeom>
            <a:solidFill>
              <a:srgbClr val="01DDEC">
                <a:alpha val="20000"/>
              </a:srgbClr>
            </a:solidFill>
            <a:ln>
              <a:solidFill>
                <a:srgbClr val="01DD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88C5204-60B0-C340-B0E1-BB7C810F8AA9}"/>
                </a:ext>
              </a:extLst>
            </p:cNvPr>
            <p:cNvSpPr txBox="1"/>
            <p:nvPr/>
          </p:nvSpPr>
          <p:spPr>
            <a:xfrm>
              <a:off x="5337747" y="3764985"/>
              <a:ext cx="2452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April 3</a:t>
              </a:r>
              <a:r>
                <a:rPr kumimoji="0" lang="en-US" sz="1600" u="none" strike="noStrike" kern="1200" cap="none" spc="0" normalizeH="0" baseline="30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rd</a:t>
              </a: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 2023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4F342CA4-705B-A848-AB3C-ECE51D9306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580483" y="1705577"/>
            <a:ext cx="2160712" cy="8242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989B2E-3B70-5C4D-85CA-E8492CF8B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6376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6276 1.85185E-6 L -2.29167E-6 1.85185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8DEE0C-EE4B-5B80-2EAF-D55506A8D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7</a:t>
            </a:fld>
            <a:endParaRPr lang="x-non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118131-27C9-CF55-0670-EF0DFA5402E8}"/>
              </a:ext>
            </a:extLst>
          </p:cNvPr>
          <p:cNvSpPr txBox="1"/>
          <p:nvPr/>
        </p:nvSpPr>
        <p:spPr>
          <a:xfrm>
            <a:off x="804802" y="2744276"/>
            <a:ext cx="11077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27E362-0B0C-486E-7592-86C4F4E6C650}"/>
              </a:ext>
            </a:extLst>
          </p:cNvPr>
          <p:cNvSpPr txBox="1"/>
          <p:nvPr/>
        </p:nvSpPr>
        <p:spPr>
          <a:xfrm>
            <a:off x="866446" y="3829407"/>
            <a:ext cx="444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TEMPLATE</a:t>
            </a:r>
            <a:endParaRPr kumimoji="0" lang="en-US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A66D2F-E049-1742-08A3-2617CF21592E}"/>
              </a:ext>
            </a:extLst>
          </p:cNvPr>
          <p:cNvGrpSpPr/>
          <p:nvPr/>
        </p:nvGrpSpPr>
        <p:grpSpPr>
          <a:xfrm>
            <a:off x="804802" y="6014152"/>
            <a:ext cx="2609076" cy="482600"/>
            <a:chOff x="5181600" y="3683000"/>
            <a:chExt cx="2609076" cy="482600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EECCAD5-F13F-9F26-49EF-1B4F6BA4E88C}"/>
                </a:ext>
              </a:extLst>
            </p:cNvPr>
            <p:cNvSpPr/>
            <p:nvPr/>
          </p:nvSpPr>
          <p:spPr>
            <a:xfrm>
              <a:off x="5181600" y="3683000"/>
              <a:ext cx="2169900" cy="482600"/>
            </a:xfrm>
            <a:prstGeom prst="roundRect">
              <a:avLst>
                <a:gd name="adj" fmla="val 50000"/>
              </a:avLst>
            </a:prstGeom>
            <a:solidFill>
              <a:srgbClr val="01DDEC">
                <a:alpha val="20000"/>
              </a:srgbClr>
            </a:solidFill>
            <a:ln>
              <a:solidFill>
                <a:srgbClr val="01DD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D506B4-3B7B-328E-0215-42B336A7C6D5}"/>
                </a:ext>
              </a:extLst>
            </p:cNvPr>
            <p:cNvSpPr txBox="1"/>
            <p:nvPr/>
          </p:nvSpPr>
          <p:spPr>
            <a:xfrm>
              <a:off x="5337747" y="3764985"/>
              <a:ext cx="2452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April 3</a:t>
              </a:r>
              <a:r>
                <a:rPr kumimoji="0" lang="en-US" sz="1600" u="none" strike="noStrike" kern="1200" cap="none" spc="0" normalizeH="0" baseline="30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rd</a:t>
              </a: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 2023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18B5D49-ACFE-13A6-4990-9FD9B268606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732883" y="1857977"/>
            <a:ext cx="2160712" cy="82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5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6276 1.85185E-6 L -2.29167E-6 1.85185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A01E5C51-D7EA-6144-8DB3-881DEB37FD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813" t="2211" r="-1"/>
          <a:stretch/>
        </p:blipFill>
        <p:spPr>
          <a:xfrm>
            <a:off x="-293370" y="-40906"/>
            <a:ext cx="12485370" cy="690537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F8880C0-4A61-2041-83FD-0D770FF0D67E}"/>
              </a:ext>
            </a:extLst>
          </p:cNvPr>
          <p:cNvSpPr/>
          <p:nvPr/>
        </p:nvSpPr>
        <p:spPr>
          <a:xfrm>
            <a:off x="-79920" y="-40906"/>
            <a:ext cx="5211271" cy="6873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12E2D2-5CF3-2B43-A214-8AB94A11B33E}"/>
              </a:ext>
            </a:extLst>
          </p:cNvPr>
          <p:cNvSpPr txBox="1"/>
          <p:nvPr/>
        </p:nvSpPr>
        <p:spPr>
          <a:xfrm>
            <a:off x="504604" y="2834910"/>
            <a:ext cx="3680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u="none" strike="noStrike" kern="1200" cap="none" spc="0" normalizeH="0" baseline="0" noProof="0" dirty="0">
                <a:ln>
                  <a:noFill/>
                </a:ln>
                <a:solidFill>
                  <a:srgbClr val="19226D"/>
                </a:solidFill>
                <a:effectLst/>
                <a:uLnTx/>
                <a:uFillTx/>
                <a:latin typeface="BR Omega VN" pitchFamily="2" charset="77"/>
              </a:rPr>
              <a:t>CONTENT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76F2596-4475-EC42-B713-61FEB623F090}"/>
              </a:ext>
            </a:extLst>
          </p:cNvPr>
          <p:cNvGrpSpPr/>
          <p:nvPr/>
        </p:nvGrpSpPr>
        <p:grpSpPr>
          <a:xfrm>
            <a:off x="4744496" y="2518104"/>
            <a:ext cx="6106924" cy="773713"/>
            <a:chOff x="5829424" y="1893693"/>
            <a:chExt cx="7956148" cy="100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0434B12-3935-6544-926C-55ABC299A8A5}"/>
                </a:ext>
              </a:extLst>
            </p:cNvPr>
            <p:cNvGrpSpPr/>
            <p:nvPr/>
          </p:nvGrpSpPr>
          <p:grpSpPr>
            <a:xfrm>
              <a:off x="5829424" y="1893693"/>
              <a:ext cx="1008000" cy="1008000"/>
              <a:chOff x="5829424" y="1893693"/>
              <a:chExt cx="1008000" cy="1008000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B6B3154F-5606-274F-877E-FB49C23DD24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189369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2A401DF-4B6B-984C-829F-A97B58DDE7B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196531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srgbClr val="19226D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39A2445-8CD2-D944-AF55-84CB32C168F9}"/>
                  </a:ext>
                </a:extLst>
              </p:cNvPr>
              <p:cNvSpPr txBox="1"/>
              <p:nvPr/>
            </p:nvSpPr>
            <p:spPr>
              <a:xfrm>
                <a:off x="6191447" y="2083863"/>
                <a:ext cx="283954" cy="681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2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8839D66-6D53-DA44-9E88-D134902B2F45}"/>
                </a:ext>
              </a:extLst>
            </p:cNvPr>
            <p:cNvSpPr txBox="1"/>
            <p:nvPr/>
          </p:nvSpPr>
          <p:spPr>
            <a:xfrm>
              <a:off x="7164405" y="2191583"/>
              <a:ext cx="6621167" cy="521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BR Omega VN" pitchFamily="2" charset="77"/>
                </a:rPr>
                <a:t>YOUR TITLE IS HERE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2457AF-5667-9049-957A-F94F759E5B8F}"/>
              </a:ext>
            </a:extLst>
          </p:cNvPr>
          <p:cNvGrpSpPr/>
          <p:nvPr/>
        </p:nvGrpSpPr>
        <p:grpSpPr>
          <a:xfrm>
            <a:off x="4744495" y="4693414"/>
            <a:ext cx="6106924" cy="773714"/>
            <a:chOff x="5829424" y="4069003"/>
            <a:chExt cx="7956148" cy="10080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A622224-91E6-5E45-8749-0EED4B3E2EF5}"/>
                </a:ext>
              </a:extLst>
            </p:cNvPr>
            <p:cNvGrpSpPr/>
            <p:nvPr/>
          </p:nvGrpSpPr>
          <p:grpSpPr>
            <a:xfrm>
              <a:off x="5829424" y="4069003"/>
              <a:ext cx="1008000" cy="1008000"/>
              <a:chOff x="5829424" y="4069003"/>
              <a:chExt cx="1008000" cy="100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335F29C-4C6B-744B-8530-04CE024F668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406900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3D623DD-A2C9-2E44-BCF1-E153053AD917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413987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C62C6E-5D0A-E14C-8154-60FB1ABEE742}"/>
                  </a:ext>
                </a:extLst>
              </p:cNvPr>
              <p:cNvSpPr txBox="1"/>
              <p:nvPr/>
            </p:nvSpPr>
            <p:spPr>
              <a:xfrm>
                <a:off x="6191447" y="4259172"/>
                <a:ext cx="283955" cy="68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4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7C7DDE5-2039-FD4E-9E12-4BD70A00DA55}"/>
                </a:ext>
              </a:extLst>
            </p:cNvPr>
            <p:cNvSpPr txBox="1"/>
            <p:nvPr/>
          </p:nvSpPr>
          <p:spPr>
            <a:xfrm>
              <a:off x="7189571" y="4331169"/>
              <a:ext cx="6596001" cy="52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BR Omega VN" pitchFamily="2" charset="77"/>
                </a:rPr>
                <a:t>YOUR TITLE IS HERE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1C23DD5-8850-1846-B198-5D9534E4B0A8}"/>
              </a:ext>
            </a:extLst>
          </p:cNvPr>
          <p:cNvGrpSpPr/>
          <p:nvPr/>
        </p:nvGrpSpPr>
        <p:grpSpPr>
          <a:xfrm>
            <a:off x="4744496" y="1430449"/>
            <a:ext cx="6117171" cy="773713"/>
            <a:chOff x="5807760" y="1383135"/>
            <a:chExt cx="7969499" cy="1008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15D2FE5-AE4B-9140-ABE0-5548B30F34B3}"/>
                </a:ext>
              </a:extLst>
            </p:cNvPr>
            <p:cNvGrpSpPr/>
            <p:nvPr/>
          </p:nvGrpSpPr>
          <p:grpSpPr>
            <a:xfrm>
              <a:off x="5807760" y="1383135"/>
              <a:ext cx="7969499" cy="1008000"/>
              <a:chOff x="5829424" y="806038"/>
              <a:chExt cx="7969499" cy="1008000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D7288C6-A3CA-8F46-9CD1-231A2D4241BA}"/>
                  </a:ext>
                </a:extLst>
              </p:cNvPr>
              <p:cNvGrpSpPr/>
              <p:nvPr/>
            </p:nvGrpSpPr>
            <p:grpSpPr>
              <a:xfrm>
                <a:off x="5829424" y="806038"/>
                <a:ext cx="1008000" cy="1008000"/>
                <a:chOff x="5829424" y="806038"/>
                <a:chExt cx="1008000" cy="1008000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8526BFA0-82AE-0F4E-9079-A09E8D55F1B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829424" y="806038"/>
                  <a:ext cx="1008000" cy="10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endParaRP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146CB365-1450-B64D-8CC2-B5F2ADB342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901424" y="878038"/>
                  <a:ext cx="864000" cy="864000"/>
                </a:xfrm>
                <a:prstGeom prst="ellipse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endParaRP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DA54F69-C295-C546-98D7-7E0086AFDFB7}"/>
                    </a:ext>
                  </a:extLst>
                </p:cNvPr>
                <p:cNvSpPr txBox="1"/>
                <p:nvPr/>
              </p:nvSpPr>
              <p:spPr>
                <a:xfrm>
                  <a:off x="6191447" y="986583"/>
                  <a:ext cx="283954" cy="681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BR Omega VN" pitchFamily="2" charset="77"/>
                    </a:rPr>
                    <a:t>1</a:t>
                  </a: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4EA9F8E-0FCF-904B-87B0-35088A697DB4}"/>
                  </a:ext>
                </a:extLst>
              </p:cNvPr>
              <p:cNvSpPr txBox="1"/>
              <p:nvPr/>
            </p:nvSpPr>
            <p:spPr>
              <a:xfrm>
                <a:off x="7164405" y="1063526"/>
                <a:ext cx="6634518" cy="521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dirty="0">
                    <a:solidFill>
                      <a:prstClr val="white"/>
                    </a:solidFill>
                    <a:latin typeface="BR Omega VN" pitchFamily="2" charset="77"/>
                  </a:rPr>
                  <a:t>YOUR TITLE IS HERE</a:t>
                </a:r>
                <a:endPara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</p:grp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E25AE59-5E68-439B-A566-5B931437C7F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79760" y="1453572"/>
              <a:ext cx="864000" cy="864000"/>
            </a:xfrm>
            <a:prstGeom prst="ellipse">
              <a:avLst/>
            </a:prstGeom>
            <a:solidFill>
              <a:srgbClr val="33B2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A2223FC-517E-497E-90CC-99A2494AF8D9}"/>
                </a:ext>
              </a:extLst>
            </p:cNvPr>
            <p:cNvSpPr txBox="1"/>
            <p:nvPr/>
          </p:nvSpPr>
          <p:spPr>
            <a:xfrm>
              <a:off x="6169784" y="1565892"/>
              <a:ext cx="283955" cy="681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rPr>
                <a:t>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8A6110-BD09-F74E-BD91-35B89B00E4AF}"/>
              </a:ext>
            </a:extLst>
          </p:cNvPr>
          <p:cNvGrpSpPr/>
          <p:nvPr/>
        </p:nvGrpSpPr>
        <p:grpSpPr>
          <a:xfrm>
            <a:off x="4744495" y="3605759"/>
            <a:ext cx="6117172" cy="773714"/>
            <a:chOff x="4709565" y="3508655"/>
            <a:chExt cx="7969500" cy="10080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9D47BCC-B526-3648-9949-570EC81226FA}"/>
                </a:ext>
              </a:extLst>
            </p:cNvPr>
            <p:cNvGrpSpPr/>
            <p:nvPr/>
          </p:nvGrpSpPr>
          <p:grpSpPr>
            <a:xfrm>
              <a:off x="4709565" y="3508655"/>
              <a:ext cx="1008000" cy="1008000"/>
              <a:chOff x="5829424" y="2981348"/>
              <a:chExt cx="1008000" cy="1008000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DE749A54-0E62-8241-B448-3249966DEA1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2981348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25C1DA1-FFF2-A842-8AE4-A79D73A8F8F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305259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F8351A0-ED0B-324C-88C0-E873E7DDAE84}"/>
                  </a:ext>
                </a:extLst>
              </p:cNvPr>
              <p:cNvSpPr txBox="1"/>
              <p:nvPr/>
            </p:nvSpPr>
            <p:spPr>
              <a:xfrm>
                <a:off x="6191447" y="3181144"/>
                <a:ext cx="283955" cy="68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3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3B57449-EFC1-4FB3-B1DD-282BAE28FC05}"/>
                </a:ext>
              </a:extLst>
            </p:cNvPr>
            <p:cNvSpPr txBox="1"/>
            <p:nvPr/>
          </p:nvSpPr>
          <p:spPr>
            <a:xfrm>
              <a:off x="6083065" y="3846349"/>
              <a:ext cx="6596000" cy="52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BR Omega VN" pitchFamily="2" charset="77"/>
                </a:rPr>
                <a:t>YOUR TITLE IS HERE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A95E99FC-9203-C948-9CC2-4F82BDA6776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10143700" y="308144"/>
            <a:ext cx="1822517" cy="695228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2687D7E-5DE3-8444-B293-E8694147AD22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3C3814FE-2C4F-A94A-A007-40E267B9E26D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739EB96-90DB-884F-A8FD-B552BC7059EA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D761952C-F958-F747-9C39-A84DEF222A0E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408F70F7-E215-F54B-8B16-D6091DA44CC4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4253C88E-15D4-C048-8C63-95715CB59C3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ooter Placeholder 2">
            <a:extLst>
              <a:ext uri="{FF2B5EF4-FFF2-40B4-BE49-F238E27FC236}">
                <a16:creationId xmlns:a16="http://schemas.microsoft.com/office/drawing/2014/main" id="{1330E601-44F9-EF4F-9AB3-5464DE6D5B01}"/>
              </a:ext>
            </a:extLst>
          </p:cNvPr>
          <p:cNvSpPr txBox="1">
            <a:spLocks/>
          </p:cNvSpPr>
          <p:nvPr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DE5903-954F-0545-9467-179C94D8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5709732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463386-0B75-CC46-AAFD-693470F2816B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C95BAD-1051-D14A-A2ED-67EE951937C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DA5FEF-EAF7-7645-B0BE-475CDFB8EFB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7C41C3-37CF-D048-AE7D-FFF9DCC8F0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F4A51A-9780-A043-9191-080CE4D0878B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3E1FE3-E4C8-2241-9200-CEC360C515C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D1BAEC-2F35-9E4E-822B-46FF5EB8B540}"/>
              </a:ext>
            </a:extLst>
          </p:cNvPr>
          <p:cNvSpPr/>
          <p:nvPr/>
        </p:nvSpPr>
        <p:spPr>
          <a:xfrm>
            <a:off x="0" y="0"/>
            <a:ext cx="5211271" cy="6873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B0FE60-B900-8743-81EA-8590FF02BE15}"/>
              </a:ext>
            </a:extLst>
          </p:cNvPr>
          <p:cNvSpPr txBox="1"/>
          <p:nvPr/>
        </p:nvSpPr>
        <p:spPr>
          <a:xfrm>
            <a:off x="504604" y="2834910"/>
            <a:ext cx="3680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u="none" strike="noStrike" kern="1200" cap="none" spc="0" normalizeH="0" baseline="0" noProof="0" dirty="0">
                <a:ln>
                  <a:noFill/>
                </a:ln>
                <a:solidFill>
                  <a:srgbClr val="19226D"/>
                </a:solidFill>
                <a:effectLst/>
                <a:uLnTx/>
                <a:uFillTx/>
                <a:latin typeface="BR Omega VN" pitchFamily="2" charset="77"/>
              </a:rPr>
              <a:t>CONTENT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0700B9-396B-F94A-B785-85220A672262}"/>
              </a:ext>
            </a:extLst>
          </p:cNvPr>
          <p:cNvGrpSpPr/>
          <p:nvPr/>
        </p:nvGrpSpPr>
        <p:grpSpPr>
          <a:xfrm>
            <a:off x="4744496" y="2518104"/>
            <a:ext cx="6106924" cy="773713"/>
            <a:chOff x="5829424" y="1893693"/>
            <a:chExt cx="7956148" cy="1008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E5A0757-B179-2346-B244-C95262501B00}"/>
                </a:ext>
              </a:extLst>
            </p:cNvPr>
            <p:cNvGrpSpPr/>
            <p:nvPr/>
          </p:nvGrpSpPr>
          <p:grpSpPr>
            <a:xfrm>
              <a:off x="5829424" y="1893693"/>
              <a:ext cx="1008000" cy="1008000"/>
              <a:chOff x="5829424" y="1893693"/>
              <a:chExt cx="1008000" cy="100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B77D34-59AC-564E-A016-CE9A807742A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189369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76B1E6D-3CEF-F74B-8F34-20975835D89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196531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srgbClr val="19226D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A3045B-ABCF-A74A-8F1D-28DE093DD565}"/>
                  </a:ext>
                </a:extLst>
              </p:cNvPr>
              <p:cNvSpPr txBox="1"/>
              <p:nvPr/>
            </p:nvSpPr>
            <p:spPr>
              <a:xfrm>
                <a:off x="6191447" y="2083863"/>
                <a:ext cx="283954" cy="681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2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A13FCF-3514-E041-B741-76142C83DFE8}"/>
                </a:ext>
              </a:extLst>
            </p:cNvPr>
            <p:cNvSpPr txBox="1"/>
            <p:nvPr/>
          </p:nvSpPr>
          <p:spPr>
            <a:xfrm>
              <a:off x="7164405" y="2191583"/>
              <a:ext cx="6621167" cy="521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BR Omega VN" pitchFamily="2" charset="77"/>
                </a:rPr>
                <a:t>YOUR TITLE IS HERE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D610524-0DFA-634F-863B-68CCA9095A1E}"/>
              </a:ext>
            </a:extLst>
          </p:cNvPr>
          <p:cNvGrpSpPr/>
          <p:nvPr/>
        </p:nvGrpSpPr>
        <p:grpSpPr>
          <a:xfrm>
            <a:off x="4744495" y="4693414"/>
            <a:ext cx="6106924" cy="773714"/>
            <a:chOff x="5829424" y="4069003"/>
            <a:chExt cx="7956148" cy="10080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EE0B513-0395-394D-B3DD-0F88D4AA6741}"/>
                </a:ext>
              </a:extLst>
            </p:cNvPr>
            <p:cNvGrpSpPr/>
            <p:nvPr/>
          </p:nvGrpSpPr>
          <p:grpSpPr>
            <a:xfrm>
              <a:off x="5829424" y="4069003"/>
              <a:ext cx="1008000" cy="1008000"/>
              <a:chOff x="5829424" y="4069003"/>
              <a:chExt cx="1008000" cy="100800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4CBECF1-7A1A-1648-981C-DC8D440D0F94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406900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C57C8F3-8BA8-1E4D-A7C9-35671FEF3DB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413987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CB4D598-C08D-294D-947A-9FD0E4EEE309}"/>
                  </a:ext>
                </a:extLst>
              </p:cNvPr>
              <p:cNvSpPr txBox="1"/>
              <p:nvPr/>
            </p:nvSpPr>
            <p:spPr>
              <a:xfrm>
                <a:off x="6191447" y="4259172"/>
                <a:ext cx="283955" cy="68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4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910B11-EE25-6348-818D-8928A5AE19F8}"/>
                </a:ext>
              </a:extLst>
            </p:cNvPr>
            <p:cNvSpPr txBox="1"/>
            <p:nvPr/>
          </p:nvSpPr>
          <p:spPr>
            <a:xfrm>
              <a:off x="7189571" y="4331169"/>
              <a:ext cx="6596001" cy="52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BR Omega VN" pitchFamily="2" charset="77"/>
                </a:rPr>
                <a:t>YOUR TITLE IS HERE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7DBD324-A163-B74F-BB58-97AA6EB6043A}"/>
              </a:ext>
            </a:extLst>
          </p:cNvPr>
          <p:cNvGrpSpPr/>
          <p:nvPr/>
        </p:nvGrpSpPr>
        <p:grpSpPr>
          <a:xfrm>
            <a:off x="4744496" y="1430449"/>
            <a:ext cx="6117171" cy="773713"/>
            <a:chOff x="5807760" y="1383135"/>
            <a:chExt cx="7969499" cy="10080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17A860F-6F27-6A40-9312-4CA83B52FACB}"/>
                </a:ext>
              </a:extLst>
            </p:cNvPr>
            <p:cNvGrpSpPr/>
            <p:nvPr/>
          </p:nvGrpSpPr>
          <p:grpSpPr>
            <a:xfrm>
              <a:off x="5807760" y="1383135"/>
              <a:ext cx="7969499" cy="1008000"/>
              <a:chOff x="5829424" y="806038"/>
              <a:chExt cx="7969499" cy="1008000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C00C3D81-B155-1F4C-9F57-9C3137E8DFF0}"/>
                  </a:ext>
                </a:extLst>
              </p:cNvPr>
              <p:cNvGrpSpPr/>
              <p:nvPr/>
            </p:nvGrpSpPr>
            <p:grpSpPr>
              <a:xfrm>
                <a:off x="5829424" y="806038"/>
                <a:ext cx="1008000" cy="1008000"/>
                <a:chOff x="5829424" y="806038"/>
                <a:chExt cx="1008000" cy="1008000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36EBEB63-E6F2-4844-A53F-5519696E6B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829424" y="806038"/>
                  <a:ext cx="1008000" cy="10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endParaRPr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ABF585F2-A81A-D047-87D6-A253AC2C40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901424" y="878038"/>
                  <a:ext cx="864000" cy="864000"/>
                </a:xfrm>
                <a:prstGeom prst="ellipse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8DC90B5-EABF-D44D-9BEE-9288DC367A89}"/>
                    </a:ext>
                  </a:extLst>
                </p:cNvPr>
                <p:cNvSpPr txBox="1"/>
                <p:nvPr/>
              </p:nvSpPr>
              <p:spPr>
                <a:xfrm>
                  <a:off x="6191447" y="986583"/>
                  <a:ext cx="283954" cy="681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BR Omega VN" pitchFamily="2" charset="77"/>
                    </a:rPr>
                    <a:t>1</a:t>
                  </a:r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FBCB3D-4734-2147-855F-1B385859FBD1}"/>
                  </a:ext>
                </a:extLst>
              </p:cNvPr>
              <p:cNvSpPr txBox="1"/>
              <p:nvPr/>
            </p:nvSpPr>
            <p:spPr>
              <a:xfrm>
                <a:off x="7164405" y="1063526"/>
                <a:ext cx="6634518" cy="521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dirty="0">
                    <a:solidFill>
                      <a:prstClr val="white"/>
                    </a:solidFill>
                    <a:latin typeface="BR Omega VN" pitchFamily="2" charset="77"/>
                  </a:rPr>
                  <a:t>YOUR TITLE IS HERE</a:t>
                </a:r>
                <a:endPara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C0BE3AF-872D-B846-B36F-818286404C2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79760" y="1453572"/>
              <a:ext cx="864000" cy="864000"/>
            </a:xfrm>
            <a:prstGeom prst="ellipse">
              <a:avLst/>
            </a:prstGeom>
            <a:solidFill>
              <a:srgbClr val="33B2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267FCB2-FAB3-784B-A12C-6930CB633274}"/>
                </a:ext>
              </a:extLst>
            </p:cNvPr>
            <p:cNvSpPr txBox="1"/>
            <p:nvPr/>
          </p:nvSpPr>
          <p:spPr>
            <a:xfrm>
              <a:off x="6169784" y="1565892"/>
              <a:ext cx="283955" cy="681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rPr>
                <a:t>1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BAF98C4-3876-0B40-9D08-E42F59EC706E}"/>
              </a:ext>
            </a:extLst>
          </p:cNvPr>
          <p:cNvGrpSpPr/>
          <p:nvPr/>
        </p:nvGrpSpPr>
        <p:grpSpPr>
          <a:xfrm>
            <a:off x="4744495" y="3605759"/>
            <a:ext cx="6117172" cy="773714"/>
            <a:chOff x="4709565" y="3508655"/>
            <a:chExt cx="7969500" cy="100800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C894835-20E9-BB4B-BB2D-D58D4FC94FE0}"/>
                </a:ext>
              </a:extLst>
            </p:cNvPr>
            <p:cNvGrpSpPr/>
            <p:nvPr/>
          </p:nvGrpSpPr>
          <p:grpSpPr>
            <a:xfrm>
              <a:off x="4709565" y="3508655"/>
              <a:ext cx="1008000" cy="1008000"/>
              <a:chOff x="5829424" y="2981348"/>
              <a:chExt cx="1008000" cy="10080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7CB4F0D-2D01-0F4D-8C16-60C65D81A1E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2981348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C2B5E1C-A285-1E41-AB0E-472954AA6D5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305259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230267-6C75-384A-9301-F0545AE360A3}"/>
                  </a:ext>
                </a:extLst>
              </p:cNvPr>
              <p:cNvSpPr txBox="1"/>
              <p:nvPr/>
            </p:nvSpPr>
            <p:spPr>
              <a:xfrm>
                <a:off x="6191447" y="3181144"/>
                <a:ext cx="283955" cy="68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3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E2B472A-996E-8443-9D1A-FC9B3BA7A101}"/>
                </a:ext>
              </a:extLst>
            </p:cNvPr>
            <p:cNvSpPr txBox="1"/>
            <p:nvPr/>
          </p:nvSpPr>
          <p:spPr>
            <a:xfrm>
              <a:off x="6083065" y="3846349"/>
              <a:ext cx="6596000" cy="52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BR Omega VN" pitchFamily="2" charset="77"/>
                </a:rPr>
                <a:t>YOUR TITLE IS HERE</a:t>
              </a:r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599A4222-0553-F846-B653-EB8CF4BFDE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10143700" y="308144"/>
            <a:ext cx="1822517" cy="695228"/>
          </a:xfrm>
          <a:prstGeom prst="rect">
            <a:avLst/>
          </a:prstGeom>
        </p:spPr>
      </p:pic>
      <p:sp>
        <p:nvSpPr>
          <p:cNvPr id="49" name="Footer Placeholder 2">
            <a:extLst>
              <a:ext uri="{FF2B5EF4-FFF2-40B4-BE49-F238E27FC236}">
                <a16:creationId xmlns:a16="http://schemas.microsoft.com/office/drawing/2014/main" id="{EE37BB88-21D1-EF4A-ADFD-7B9A3DB67557}"/>
              </a:ext>
            </a:extLst>
          </p:cNvPr>
          <p:cNvSpPr txBox="1">
            <a:spLocks/>
          </p:cNvSpPr>
          <p:nvPr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134327-492D-7D4C-926E-EC498D59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4061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8880C0-4A61-2041-83FD-0D770FF0D67E}"/>
              </a:ext>
            </a:extLst>
          </p:cNvPr>
          <p:cNvSpPr/>
          <p:nvPr/>
        </p:nvSpPr>
        <p:spPr>
          <a:xfrm>
            <a:off x="-22456" y="-15768"/>
            <a:ext cx="5211271" cy="6873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12E2D2-5CF3-2B43-A214-8AB94A11B33E}"/>
              </a:ext>
            </a:extLst>
          </p:cNvPr>
          <p:cNvSpPr txBox="1"/>
          <p:nvPr/>
        </p:nvSpPr>
        <p:spPr>
          <a:xfrm>
            <a:off x="504604" y="2834910"/>
            <a:ext cx="3680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u="none" strike="noStrike" kern="1200" cap="none" spc="0" normalizeH="0" baseline="0" noProof="0" dirty="0">
                <a:ln>
                  <a:noFill/>
                </a:ln>
                <a:solidFill>
                  <a:srgbClr val="19226D"/>
                </a:solidFill>
                <a:effectLst/>
                <a:uLnTx/>
                <a:uFillTx/>
                <a:latin typeface="BR Omega VN" pitchFamily="2" charset="77"/>
              </a:rPr>
              <a:t>CONTENT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76F2596-4475-EC42-B713-61FEB623F090}"/>
              </a:ext>
            </a:extLst>
          </p:cNvPr>
          <p:cNvGrpSpPr/>
          <p:nvPr/>
        </p:nvGrpSpPr>
        <p:grpSpPr>
          <a:xfrm>
            <a:off x="4744496" y="2518104"/>
            <a:ext cx="6106924" cy="773713"/>
            <a:chOff x="5829424" y="1893693"/>
            <a:chExt cx="7956148" cy="100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0434B12-3935-6544-926C-55ABC299A8A5}"/>
                </a:ext>
              </a:extLst>
            </p:cNvPr>
            <p:cNvGrpSpPr/>
            <p:nvPr/>
          </p:nvGrpSpPr>
          <p:grpSpPr>
            <a:xfrm>
              <a:off x="5829424" y="1893693"/>
              <a:ext cx="1008000" cy="1008000"/>
              <a:chOff x="5829424" y="1893693"/>
              <a:chExt cx="1008000" cy="1008000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B6B3154F-5606-274F-877E-FB49C23DD24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189369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2A401DF-4B6B-984C-829F-A97B58DDE7B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196531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srgbClr val="19226D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39A2445-8CD2-D944-AF55-84CB32C168F9}"/>
                  </a:ext>
                </a:extLst>
              </p:cNvPr>
              <p:cNvSpPr txBox="1"/>
              <p:nvPr/>
            </p:nvSpPr>
            <p:spPr>
              <a:xfrm>
                <a:off x="6191447" y="2083863"/>
                <a:ext cx="283954" cy="681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2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8839D66-6D53-DA44-9E88-D134902B2F45}"/>
                </a:ext>
              </a:extLst>
            </p:cNvPr>
            <p:cNvSpPr txBox="1"/>
            <p:nvPr/>
          </p:nvSpPr>
          <p:spPr>
            <a:xfrm>
              <a:off x="7164405" y="2191583"/>
              <a:ext cx="6621167" cy="521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BR Omega VN" pitchFamily="2" charset="77"/>
                </a:rPr>
                <a:t>YOUR TITLE IS HERE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2457AF-5667-9049-957A-F94F759E5B8F}"/>
              </a:ext>
            </a:extLst>
          </p:cNvPr>
          <p:cNvGrpSpPr/>
          <p:nvPr/>
        </p:nvGrpSpPr>
        <p:grpSpPr>
          <a:xfrm>
            <a:off x="4744495" y="4693414"/>
            <a:ext cx="6106924" cy="773714"/>
            <a:chOff x="5829424" y="4069003"/>
            <a:chExt cx="7956148" cy="10080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A622224-91E6-5E45-8749-0EED4B3E2EF5}"/>
                </a:ext>
              </a:extLst>
            </p:cNvPr>
            <p:cNvGrpSpPr/>
            <p:nvPr/>
          </p:nvGrpSpPr>
          <p:grpSpPr>
            <a:xfrm>
              <a:off x="5829424" y="4069003"/>
              <a:ext cx="1008000" cy="1008000"/>
              <a:chOff x="5829424" y="4069003"/>
              <a:chExt cx="1008000" cy="100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335F29C-4C6B-744B-8530-04CE024F668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406900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3D623DD-A2C9-2E44-BCF1-E153053AD917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413987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AC62C6E-5D0A-E14C-8154-60FB1ABEE742}"/>
                  </a:ext>
                </a:extLst>
              </p:cNvPr>
              <p:cNvSpPr txBox="1"/>
              <p:nvPr/>
            </p:nvSpPr>
            <p:spPr>
              <a:xfrm>
                <a:off x="6191447" y="4259172"/>
                <a:ext cx="283955" cy="68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4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7C7DDE5-2039-FD4E-9E12-4BD70A00DA55}"/>
                </a:ext>
              </a:extLst>
            </p:cNvPr>
            <p:cNvSpPr txBox="1"/>
            <p:nvPr/>
          </p:nvSpPr>
          <p:spPr>
            <a:xfrm>
              <a:off x="7189571" y="4331169"/>
              <a:ext cx="6596001" cy="52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BR Omega VN" pitchFamily="2" charset="77"/>
                </a:rPr>
                <a:t>YOUR TITLE IS HERE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1C23DD5-8850-1846-B198-5D9534E4B0A8}"/>
              </a:ext>
            </a:extLst>
          </p:cNvPr>
          <p:cNvGrpSpPr/>
          <p:nvPr/>
        </p:nvGrpSpPr>
        <p:grpSpPr>
          <a:xfrm>
            <a:off x="4744496" y="1430449"/>
            <a:ext cx="6117171" cy="773713"/>
            <a:chOff x="5807760" y="1383135"/>
            <a:chExt cx="7969499" cy="1008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15D2FE5-AE4B-9140-ABE0-5548B30F34B3}"/>
                </a:ext>
              </a:extLst>
            </p:cNvPr>
            <p:cNvGrpSpPr/>
            <p:nvPr/>
          </p:nvGrpSpPr>
          <p:grpSpPr>
            <a:xfrm>
              <a:off x="5807760" y="1383135"/>
              <a:ext cx="7969499" cy="1008000"/>
              <a:chOff x="5829424" y="806038"/>
              <a:chExt cx="7969499" cy="1008000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D7288C6-A3CA-8F46-9CD1-231A2D4241BA}"/>
                  </a:ext>
                </a:extLst>
              </p:cNvPr>
              <p:cNvGrpSpPr/>
              <p:nvPr/>
            </p:nvGrpSpPr>
            <p:grpSpPr>
              <a:xfrm>
                <a:off x="5829424" y="806038"/>
                <a:ext cx="1008000" cy="1008000"/>
                <a:chOff x="5829424" y="806038"/>
                <a:chExt cx="1008000" cy="1008000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8526BFA0-82AE-0F4E-9079-A09E8D55F1B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829424" y="806038"/>
                  <a:ext cx="1008000" cy="10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endParaRP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146CB365-1450-B64D-8CC2-B5F2ADB342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901424" y="878038"/>
                  <a:ext cx="864000" cy="864000"/>
                </a:xfrm>
                <a:prstGeom prst="ellipse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endParaRP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DA54F69-C295-C546-98D7-7E0086AFDFB7}"/>
                    </a:ext>
                  </a:extLst>
                </p:cNvPr>
                <p:cNvSpPr txBox="1"/>
                <p:nvPr/>
              </p:nvSpPr>
              <p:spPr>
                <a:xfrm>
                  <a:off x="6191447" y="986583"/>
                  <a:ext cx="283954" cy="681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BR Omega VN" pitchFamily="2" charset="77"/>
                    </a:rPr>
                    <a:t>1</a:t>
                  </a: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4EA9F8E-0FCF-904B-87B0-35088A697DB4}"/>
                  </a:ext>
                </a:extLst>
              </p:cNvPr>
              <p:cNvSpPr txBox="1"/>
              <p:nvPr/>
            </p:nvSpPr>
            <p:spPr>
              <a:xfrm>
                <a:off x="7164405" y="1063526"/>
                <a:ext cx="6634518" cy="521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dirty="0">
                    <a:solidFill>
                      <a:prstClr val="white"/>
                    </a:solidFill>
                    <a:latin typeface="BR Omega VN" pitchFamily="2" charset="77"/>
                  </a:rPr>
                  <a:t>YOUR TITLE IS HERE</a:t>
                </a:r>
                <a:endPara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</p:grp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E25AE59-5E68-439B-A566-5B931437C7F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79760" y="1453572"/>
              <a:ext cx="864000" cy="864000"/>
            </a:xfrm>
            <a:prstGeom prst="ellipse">
              <a:avLst/>
            </a:prstGeom>
            <a:solidFill>
              <a:srgbClr val="33B2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A2223FC-517E-497E-90CC-99A2494AF8D9}"/>
                </a:ext>
              </a:extLst>
            </p:cNvPr>
            <p:cNvSpPr txBox="1"/>
            <p:nvPr/>
          </p:nvSpPr>
          <p:spPr>
            <a:xfrm>
              <a:off x="6169784" y="1565892"/>
              <a:ext cx="283955" cy="681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rPr>
                <a:t>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8A6110-BD09-F74E-BD91-35B89B00E4AF}"/>
              </a:ext>
            </a:extLst>
          </p:cNvPr>
          <p:cNvGrpSpPr/>
          <p:nvPr/>
        </p:nvGrpSpPr>
        <p:grpSpPr>
          <a:xfrm>
            <a:off x="4744495" y="3605759"/>
            <a:ext cx="6117172" cy="773714"/>
            <a:chOff x="4709565" y="3508655"/>
            <a:chExt cx="7969500" cy="10080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9D47BCC-B526-3648-9949-570EC81226FA}"/>
                </a:ext>
              </a:extLst>
            </p:cNvPr>
            <p:cNvGrpSpPr/>
            <p:nvPr/>
          </p:nvGrpSpPr>
          <p:grpSpPr>
            <a:xfrm>
              <a:off x="4709565" y="3508655"/>
              <a:ext cx="1008000" cy="1008000"/>
              <a:chOff x="5829424" y="2981348"/>
              <a:chExt cx="1008000" cy="1008000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DE749A54-0E62-8241-B448-3249966DEA1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2981348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25C1DA1-FFF2-A842-8AE4-A79D73A8F8F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305259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F8351A0-ED0B-324C-88C0-E873E7DDAE84}"/>
                  </a:ext>
                </a:extLst>
              </p:cNvPr>
              <p:cNvSpPr txBox="1"/>
              <p:nvPr/>
            </p:nvSpPr>
            <p:spPr>
              <a:xfrm>
                <a:off x="6191447" y="3181144"/>
                <a:ext cx="283955" cy="68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3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3B57449-EFC1-4FB3-B1DD-282BAE28FC05}"/>
                </a:ext>
              </a:extLst>
            </p:cNvPr>
            <p:cNvSpPr txBox="1"/>
            <p:nvPr/>
          </p:nvSpPr>
          <p:spPr>
            <a:xfrm>
              <a:off x="6083065" y="3846349"/>
              <a:ext cx="6596000" cy="52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BR Omega VN" pitchFamily="2" charset="77"/>
                </a:rPr>
                <a:t>YOUR TITLE IS HERE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A95E99FC-9203-C948-9CC2-4F82BDA6776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10143700" y="308144"/>
            <a:ext cx="1822517" cy="695228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2687D7E-5DE3-8444-B293-E8694147AD22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3C3814FE-2C4F-A94A-A007-40E267B9E26D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739EB96-90DB-884F-A8FD-B552BC7059EA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D761952C-F958-F747-9C39-A84DEF222A0E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408F70F7-E215-F54B-8B16-D6091DA44CC4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4253C88E-15D4-C048-8C63-95715CB59C3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ooter Placeholder 2">
            <a:extLst>
              <a:ext uri="{FF2B5EF4-FFF2-40B4-BE49-F238E27FC236}">
                <a16:creationId xmlns:a16="http://schemas.microsoft.com/office/drawing/2014/main" id="{1330E601-44F9-EF4F-9AB3-5464DE6D5B01}"/>
              </a:ext>
            </a:extLst>
          </p:cNvPr>
          <p:cNvSpPr txBox="1">
            <a:spLocks/>
          </p:cNvSpPr>
          <p:nvPr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DE5903-954F-0545-9467-179C94D8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7229816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985586-0B32-6E41-8B9A-4AB9C15135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BC0877-AE0C-CD49-8CC8-08B15A284ECF}"/>
              </a:ext>
            </a:extLst>
          </p:cNvPr>
          <p:cNvSpPr txBox="1"/>
          <p:nvPr/>
        </p:nvSpPr>
        <p:spPr>
          <a:xfrm>
            <a:off x="755990" y="5015709"/>
            <a:ext cx="11077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u="none" strike="noStrike" kern="1200" cap="none" spc="-100" normalizeH="0" baseline="0" noProof="0" dirty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01. </a:t>
            </a:r>
            <a:r>
              <a:rPr lang="en-US" sz="4800" b="1" spc="-100" dirty="0">
                <a:solidFill>
                  <a:srgbClr val="FFFFFF"/>
                </a:solidFill>
                <a:latin typeface="BR Omega VN" pitchFamily="2" charset="77"/>
                <a:cs typeface="Arial" panose="020B0604020202020204" pitchFamily="34" charset="0"/>
              </a:rPr>
              <a:t>YOUR TITLE</a:t>
            </a:r>
            <a:endParaRPr kumimoji="0" lang="en-US" sz="4800" b="1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R Omega VN" pitchFamily="2" charset="77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9E349-25C3-1A46-AE4F-E0A4386410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621580" y="4004415"/>
            <a:ext cx="2160712" cy="82423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F436C3-2D7E-3041-8D47-B0532422070A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4407E3-3E6B-5A47-B389-511C74BB1A06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78CDE7-05D8-8744-8038-80AF282A4A77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B7FD58-2046-E544-8F06-EB3780AD0E39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5B6CAA-AB44-C24F-81BA-CF8CFFB6AC6F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93BB38-F63D-754F-88AF-1C953B612D17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5EFAD-6583-8342-9ACE-C70DCD1F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610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463386-0B75-CC46-AAFD-693470F2816B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C95BAD-1051-D14A-A2ED-67EE951937C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DA5FEF-EAF7-7645-B0BE-475CDFB8EFB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7C41C3-37CF-D048-AE7D-FFF9DCC8F0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F4A51A-9780-A043-9191-080CE4D0878B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3E1FE3-E4C8-2241-9200-CEC360C515C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366514-74EA-CF4D-9A7D-88C37B7C4D3F}"/>
              </a:ext>
            </a:extLst>
          </p:cNvPr>
          <p:cNvSpPr txBox="1"/>
          <p:nvPr/>
        </p:nvSpPr>
        <p:spPr>
          <a:xfrm>
            <a:off x="755990" y="5015709"/>
            <a:ext cx="11077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u="none" strike="noStrike" kern="1200" cap="none" spc="-100" normalizeH="0" baseline="0" noProof="0" dirty="0">
                <a:ln>
                  <a:noFill/>
                </a:ln>
                <a:solidFill>
                  <a:srgbClr val="F3712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01. </a:t>
            </a:r>
            <a:r>
              <a:rPr lang="en-US" sz="4800" b="1" spc="-100" dirty="0">
                <a:solidFill>
                  <a:srgbClr val="FFFFFF"/>
                </a:solidFill>
                <a:latin typeface="BR Omega VN" pitchFamily="2" charset="77"/>
                <a:cs typeface="Arial" panose="020B0604020202020204" pitchFamily="34" charset="0"/>
              </a:rPr>
              <a:t>YOUR TITLE</a:t>
            </a:r>
            <a:endParaRPr kumimoji="0" lang="en-US" sz="4800" b="1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R Omega VN" pitchFamily="2" charset="77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524A475-6DA2-C54A-94D5-2EBD3CCA1C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621580" y="4004415"/>
            <a:ext cx="2160712" cy="8242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CB3428-9346-324A-9953-A4AF1842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5964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70490E-B4CB-4C48-929F-E0B446DE2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1D0291-4B66-E049-A0A9-EE2177C7C787}"/>
              </a:ext>
            </a:extLst>
          </p:cNvPr>
          <p:cNvSpPr txBox="1"/>
          <p:nvPr/>
        </p:nvSpPr>
        <p:spPr>
          <a:xfrm>
            <a:off x="755990" y="5015709"/>
            <a:ext cx="11077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4800" b="1" spc="-100" dirty="0">
                <a:solidFill>
                  <a:srgbClr val="F37121"/>
                </a:solidFill>
                <a:latin typeface="BR Omega" pitchFamily="2" charset="77"/>
                <a:cs typeface="Arial" panose="020B0604020202020204" pitchFamily="34" charset="0"/>
              </a:rPr>
              <a:t>01. </a:t>
            </a:r>
            <a:r>
              <a:rPr lang="en-US" sz="4800" b="1" spc="-100" dirty="0">
                <a:solidFill>
                  <a:srgbClr val="172054"/>
                </a:solidFill>
                <a:latin typeface="BR Omega" pitchFamily="2" charset="77"/>
                <a:cs typeface="Arial" panose="020B0604020202020204" pitchFamily="34" charset="0"/>
              </a:rPr>
              <a:t>YOUR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18E5D-061B-6646-B4A0-26A6979F66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6787" b="26203"/>
          <a:stretch/>
        </p:blipFill>
        <p:spPr>
          <a:xfrm>
            <a:off x="262054" y="3902927"/>
            <a:ext cx="2942038" cy="98130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96D42-5215-4747-90F6-659F764B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56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8DEE0C-EE4B-5B80-2EAF-D55506A8D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14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BD6BC1-6BA1-4366-9803-6C128D7FC9FD}"/>
              </a:ext>
            </a:extLst>
          </p:cNvPr>
          <p:cNvSpPr txBox="1"/>
          <p:nvPr/>
        </p:nvSpPr>
        <p:spPr>
          <a:xfrm>
            <a:off x="755990" y="5015709"/>
            <a:ext cx="11077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4800" b="1" spc="-100" dirty="0">
                <a:solidFill>
                  <a:srgbClr val="F37121"/>
                </a:solidFill>
                <a:latin typeface="BR Omega" pitchFamily="2" charset="77"/>
                <a:cs typeface="Arial" panose="020B0604020202020204" pitchFamily="34" charset="0"/>
              </a:rPr>
              <a:t>01. </a:t>
            </a:r>
            <a:r>
              <a:rPr lang="en-US" sz="4800" b="1" spc="-100" dirty="0">
                <a:solidFill>
                  <a:schemeClr val="bg1"/>
                </a:solidFill>
                <a:latin typeface="BR Omega" pitchFamily="2" charset="77"/>
                <a:cs typeface="Arial" panose="020B0604020202020204" pitchFamily="34" charset="0"/>
              </a:rPr>
              <a:t>YOUR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196BC-AAFC-25E6-0F78-92436DD8452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621580" y="4004415"/>
            <a:ext cx="2160712" cy="82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68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A9DCEC83-1924-7C42-BBF6-A26D7EFD49A3}"/>
              </a:ext>
            </a:extLst>
          </p:cNvPr>
          <p:cNvSpPr/>
          <p:nvPr/>
        </p:nvSpPr>
        <p:spPr>
          <a:xfrm>
            <a:off x="3469948" y="2282613"/>
            <a:ext cx="2294633" cy="182021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6" name="Round Diagonal Corner Rectangle 25">
            <a:extLst>
              <a:ext uri="{FF2B5EF4-FFF2-40B4-BE49-F238E27FC236}">
                <a16:creationId xmlns:a16="http://schemas.microsoft.com/office/drawing/2014/main" id="{741CD451-708A-B34C-8B5A-E237DB9A0A28}"/>
              </a:ext>
            </a:extLst>
          </p:cNvPr>
          <p:cNvSpPr/>
          <p:nvPr/>
        </p:nvSpPr>
        <p:spPr>
          <a:xfrm>
            <a:off x="6326844" y="2282613"/>
            <a:ext cx="2294633" cy="182021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A6AB7DD4-A28D-504B-A8C2-7FC6A98AFEE6}"/>
              </a:ext>
            </a:extLst>
          </p:cNvPr>
          <p:cNvSpPr/>
          <p:nvPr/>
        </p:nvSpPr>
        <p:spPr>
          <a:xfrm>
            <a:off x="9260815" y="2282613"/>
            <a:ext cx="2294633" cy="182021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Round Diagonal Corner Rectangle 1">
            <a:extLst>
              <a:ext uri="{FF2B5EF4-FFF2-40B4-BE49-F238E27FC236}">
                <a16:creationId xmlns:a16="http://schemas.microsoft.com/office/drawing/2014/main" id="{D67D0C64-1091-E74A-AA45-54400B537532}"/>
              </a:ext>
            </a:extLst>
          </p:cNvPr>
          <p:cNvSpPr/>
          <p:nvPr/>
        </p:nvSpPr>
        <p:spPr>
          <a:xfrm>
            <a:off x="609600" y="2282613"/>
            <a:ext cx="2294633" cy="182021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4" name="テキスト ボックス 25">
            <a:extLst>
              <a:ext uri="{FF2B5EF4-FFF2-40B4-BE49-F238E27FC236}">
                <a16:creationId xmlns:a16="http://schemas.microsoft.com/office/drawing/2014/main" id="{501834F4-664E-4C6B-8F4A-723D1E6F1774}"/>
              </a:ext>
            </a:extLst>
          </p:cNvPr>
          <p:cNvSpPr txBox="1"/>
          <p:nvPr/>
        </p:nvSpPr>
        <p:spPr>
          <a:xfrm>
            <a:off x="515443" y="4421925"/>
            <a:ext cx="25867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dolor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sit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Duis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lobortis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mi at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arcu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mattis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convallis.</a:t>
            </a:r>
            <a:endParaRPr kumimoji="1" lang="en-SG" altLang="ja-JP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 panose="020B0502040204020203" pitchFamily="34" charset="0"/>
              <a:ea typeface="メイリオ"/>
              <a:cs typeface="Segoe UI" panose="020B0502040204020203" pitchFamily="34" charset="0"/>
            </a:endParaRPr>
          </a:p>
        </p:txBody>
      </p:sp>
      <p:sp>
        <p:nvSpPr>
          <p:cNvPr id="5" name="テキスト ボックス 25">
            <a:extLst>
              <a:ext uri="{FF2B5EF4-FFF2-40B4-BE49-F238E27FC236}">
                <a16:creationId xmlns:a16="http://schemas.microsoft.com/office/drawing/2014/main" id="{D2321790-FBE3-7944-A670-DD63D1D2CE88}"/>
              </a:ext>
            </a:extLst>
          </p:cNvPr>
          <p:cNvSpPr txBox="1"/>
          <p:nvPr/>
        </p:nvSpPr>
        <p:spPr>
          <a:xfrm>
            <a:off x="3371890" y="4424012"/>
            <a:ext cx="26301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dolor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sit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Duis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lobortis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mi at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arcu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mattis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convallis.</a:t>
            </a:r>
            <a:endParaRPr kumimoji="1" lang="en-SG" altLang="ja-JP" sz="1400" b="0" i="0" u="none" strike="noStrike" kern="1200" cap="none" spc="0" normalizeH="0" baseline="0" noProof="0" dirty="0">
              <a:ln>
                <a:noFill/>
              </a:ln>
              <a:solidFill>
                <a:srgbClr val="F27228"/>
              </a:solidFill>
              <a:effectLst/>
              <a:uLnTx/>
              <a:uFillTx/>
              <a:latin typeface="Segoe UI" panose="020B0502040204020203" pitchFamily="34" charset="0"/>
              <a:ea typeface="メイリオ"/>
              <a:cs typeface="Segoe UI" panose="020B0502040204020203" pitchFamily="34" charset="0"/>
            </a:endParaRPr>
          </a:p>
        </p:txBody>
      </p:sp>
      <p:sp>
        <p:nvSpPr>
          <p:cNvPr id="6" name="テキスト ボックス 25">
            <a:extLst>
              <a:ext uri="{FF2B5EF4-FFF2-40B4-BE49-F238E27FC236}">
                <a16:creationId xmlns:a16="http://schemas.microsoft.com/office/drawing/2014/main" id="{272359DF-CF3E-DD47-B154-DDBFD81D0FC0}"/>
              </a:ext>
            </a:extLst>
          </p:cNvPr>
          <p:cNvSpPr txBox="1"/>
          <p:nvPr/>
        </p:nvSpPr>
        <p:spPr>
          <a:xfrm>
            <a:off x="6271834" y="4404754"/>
            <a:ext cx="26301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dolor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sit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Duis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lobortis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mi at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arcu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mattis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convallis.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7F9737C-F637-CA41-BCC1-70BA5C86CF98}"/>
              </a:ext>
            </a:extLst>
          </p:cNvPr>
          <p:cNvSpPr>
            <a:spLocks noChangeAspect="1"/>
          </p:cNvSpPr>
          <p:nvPr/>
        </p:nvSpPr>
        <p:spPr>
          <a:xfrm>
            <a:off x="1557857" y="2109434"/>
            <a:ext cx="338667" cy="346357"/>
          </a:xfrm>
          <a:prstGeom prst="ellipse">
            <a:avLst/>
          </a:prstGeom>
          <a:solidFill>
            <a:srgbClr val="174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VN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 Omega" pitchFamily="2" charset="77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3CAFCFC-6606-324D-B6AB-32F06AAE6ECA}"/>
              </a:ext>
            </a:extLst>
          </p:cNvPr>
          <p:cNvSpPr>
            <a:spLocks noChangeAspect="1"/>
          </p:cNvSpPr>
          <p:nvPr/>
        </p:nvSpPr>
        <p:spPr>
          <a:xfrm>
            <a:off x="4447930" y="2095700"/>
            <a:ext cx="338667" cy="346357"/>
          </a:xfrm>
          <a:prstGeom prst="ellipse">
            <a:avLst/>
          </a:prstGeom>
          <a:solidFill>
            <a:srgbClr val="174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V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 Omega" pitchFamily="2" charset="77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AA85CBF-ECC7-2D4F-BFE5-9AB7BA6223EB}"/>
              </a:ext>
            </a:extLst>
          </p:cNvPr>
          <p:cNvSpPr>
            <a:spLocks noChangeAspect="1"/>
          </p:cNvSpPr>
          <p:nvPr/>
        </p:nvSpPr>
        <p:spPr>
          <a:xfrm>
            <a:off x="7308278" y="2115789"/>
            <a:ext cx="338667" cy="346357"/>
          </a:xfrm>
          <a:prstGeom prst="ellipse">
            <a:avLst/>
          </a:prstGeom>
          <a:solidFill>
            <a:srgbClr val="174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VN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 Omega" pitchFamily="2" charset="77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9" name="テキスト ボックス 25">
            <a:extLst>
              <a:ext uri="{FF2B5EF4-FFF2-40B4-BE49-F238E27FC236}">
                <a16:creationId xmlns:a16="http://schemas.microsoft.com/office/drawing/2014/main" id="{42546B3E-35A6-4536-95C3-7808DB3C16FA}"/>
              </a:ext>
            </a:extLst>
          </p:cNvPr>
          <p:cNvSpPr txBox="1"/>
          <p:nvPr/>
        </p:nvSpPr>
        <p:spPr>
          <a:xfrm>
            <a:off x="9163205" y="4404754"/>
            <a:ext cx="25133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dolor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sit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Duis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lobortis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mi at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arcu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mattis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convallis.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BA1065C-B810-4FCB-A826-94D1410F467F}"/>
              </a:ext>
            </a:extLst>
          </p:cNvPr>
          <p:cNvSpPr>
            <a:spLocks noChangeAspect="1"/>
          </p:cNvSpPr>
          <p:nvPr/>
        </p:nvSpPr>
        <p:spPr>
          <a:xfrm>
            <a:off x="10250546" y="2120970"/>
            <a:ext cx="338667" cy="346357"/>
          </a:xfrm>
          <a:prstGeom prst="ellipse">
            <a:avLst/>
          </a:prstGeom>
          <a:solidFill>
            <a:srgbClr val="174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 Omega" pitchFamily="2" charset="77"/>
                <a:cs typeface="Arial" panose="020B0604020202020204" pitchFamily="34" charset="0"/>
              </a:rPr>
              <a:t>4</a:t>
            </a:r>
            <a:endParaRPr kumimoji="0" lang="en-V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 Omega" pitchFamily="2" charset="77"/>
              <a:cs typeface="Arial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62A53CA-32A1-6844-B5A4-8B0A72F9C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3139" y="2719977"/>
            <a:ext cx="1082042" cy="108204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53A3404-0941-BB49-A168-4F0C46BBBF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7110" y="2697517"/>
            <a:ext cx="1082042" cy="10820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A749FA4-6808-E842-BC67-47C1418C58B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6242" y="2719977"/>
            <a:ext cx="1082042" cy="10820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51463BF-8AE4-CA4D-9949-20B15791A72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0016" y="2697517"/>
            <a:ext cx="1082042" cy="1082042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9EE11F5-2ED5-C342-8444-99494C5A96F5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2D97DF2-F492-2141-9F75-95E01ADBD2E2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0CB8DFC-8EAD-7146-9DA2-DCE69E9D8A3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188E7A0-5D28-C24B-8977-5C0BED8C3B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50812C-61EE-F94F-9165-8D99B7B2BD81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1BB22BE-C1D9-FB48-AF8B-7D2B244C7D9E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883768-C6B4-6542-ADBD-DEA7BC530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6D991-E580-904E-9D4D-52AC888D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28432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9EE11F5-2ED5-C342-8444-99494C5A96F5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2D97DF2-F492-2141-9F75-95E01ADBD2E2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0CB8DFC-8EAD-7146-9DA2-DCE69E9D8A3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188E7A0-5D28-C24B-8977-5C0BED8C3B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50812C-61EE-F94F-9165-8D99B7B2BD81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1BB22BE-C1D9-FB48-AF8B-7D2B244C7D9E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 Diagonal Corner Rectangle 36">
            <a:extLst>
              <a:ext uri="{FF2B5EF4-FFF2-40B4-BE49-F238E27FC236}">
                <a16:creationId xmlns:a16="http://schemas.microsoft.com/office/drawing/2014/main" id="{81443FE0-F509-2342-985F-E866C974601C}"/>
              </a:ext>
            </a:extLst>
          </p:cNvPr>
          <p:cNvSpPr/>
          <p:nvPr/>
        </p:nvSpPr>
        <p:spPr>
          <a:xfrm>
            <a:off x="667811" y="4059428"/>
            <a:ext cx="3252600" cy="22785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8" name="Round Diagonal Corner Rectangle 37">
            <a:extLst>
              <a:ext uri="{FF2B5EF4-FFF2-40B4-BE49-F238E27FC236}">
                <a16:creationId xmlns:a16="http://schemas.microsoft.com/office/drawing/2014/main" id="{60E3F05E-7184-F54B-8592-98A9BE89369E}"/>
              </a:ext>
            </a:extLst>
          </p:cNvPr>
          <p:cNvSpPr/>
          <p:nvPr/>
        </p:nvSpPr>
        <p:spPr>
          <a:xfrm>
            <a:off x="4318833" y="4021385"/>
            <a:ext cx="3252600" cy="22785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9" name="Round Diagonal Corner Rectangle 38">
            <a:extLst>
              <a:ext uri="{FF2B5EF4-FFF2-40B4-BE49-F238E27FC236}">
                <a16:creationId xmlns:a16="http://schemas.microsoft.com/office/drawing/2014/main" id="{775375F1-3B8E-6D40-818F-AE63D6BC7B7B}"/>
              </a:ext>
            </a:extLst>
          </p:cNvPr>
          <p:cNvSpPr/>
          <p:nvPr/>
        </p:nvSpPr>
        <p:spPr>
          <a:xfrm>
            <a:off x="4318833" y="1389128"/>
            <a:ext cx="3252600" cy="22785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0" name="Round Diagonal Corner Rectangle 39">
            <a:extLst>
              <a:ext uri="{FF2B5EF4-FFF2-40B4-BE49-F238E27FC236}">
                <a16:creationId xmlns:a16="http://schemas.microsoft.com/office/drawing/2014/main" id="{E36D9E51-3CAC-4743-B188-FA9755BBEB46}"/>
              </a:ext>
            </a:extLst>
          </p:cNvPr>
          <p:cNvSpPr/>
          <p:nvPr/>
        </p:nvSpPr>
        <p:spPr>
          <a:xfrm>
            <a:off x="8016392" y="4021385"/>
            <a:ext cx="3252600" cy="22785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1" name="Round Diagonal Corner Rectangle 40">
            <a:extLst>
              <a:ext uri="{FF2B5EF4-FFF2-40B4-BE49-F238E27FC236}">
                <a16:creationId xmlns:a16="http://schemas.microsoft.com/office/drawing/2014/main" id="{42969B67-8850-0947-9311-E33A64753221}"/>
              </a:ext>
            </a:extLst>
          </p:cNvPr>
          <p:cNvSpPr/>
          <p:nvPr/>
        </p:nvSpPr>
        <p:spPr>
          <a:xfrm>
            <a:off x="8016392" y="1389128"/>
            <a:ext cx="3252600" cy="22785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2" name="Round Diagonal Corner Rectangle 41">
            <a:extLst>
              <a:ext uri="{FF2B5EF4-FFF2-40B4-BE49-F238E27FC236}">
                <a16:creationId xmlns:a16="http://schemas.microsoft.com/office/drawing/2014/main" id="{1D4F2E19-C2D8-7C4C-9779-71B56991366E}"/>
              </a:ext>
            </a:extLst>
          </p:cNvPr>
          <p:cNvSpPr/>
          <p:nvPr/>
        </p:nvSpPr>
        <p:spPr>
          <a:xfrm>
            <a:off x="673055" y="1391624"/>
            <a:ext cx="3252600" cy="22785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3" name="テキスト ボックス 15">
            <a:extLst>
              <a:ext uri="{FF2B5EF4-FFF2-40B4-BE49-F238E27FC236}">
                <a16:creationId xmlns:a16="http://schemas.microsoft.com/office/drawing/2014/main" id="{46CCE74E-0731-B14C-9FBE-06B85B87D9F9}"/>
              </a:ext>
            </a:extLst>
          </p:cNvPr>
          <p:cNvSpPr txBox="1"/>
          <p:nvPr/>
        </p:nvSpPr>
        <p:spPr>
          <a:xfrm>
            <a:off x="923008" y="1731983"/>
            <a:ext cx="18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en-US" altLang="ja-JP" sz="2000" b="1" dirty="0">
                <a:solidFill>
                  <a:schemeClr val="bg1"/>
                </a:solidFill>
                <a:latin typeface="BR Omega" pitchFamily="2" charset="77"/>
                <a:ea typeface="メイリオ"/>
                <a:cs typeface="Segoe UI" panose="020B0502040204020203" pitchFamily="34" charset="0"/>
              </a:rPr>
              <a:t>Key result </a:t>
            </a:r>
          </a:p>
        </p:txBody>
      </p:sp>
      <p:sp>
        <p:nvSpPr>
          <p:cNvPr id="44" name="テキスト ボックス 30">
            <a:extLst>
              <a:ext uri="{FF2B5EF4-FFF2-40B4-BE49-F238E27FC236}">
                <a16:creationId xmlns:a16="http://schemas.microsoft.com/office/drawing/2014/main" id="{79B85FA9-5692-4A44-A702-1EBF80F50D5A}"/>
              </a:ext>
            </a:extLst>
          </p:cNvPr>
          <p:cNvSpPr txBox="1"/>
          <p:nvPr/>
        </p:nvSpPr>
        <p:spPr>
          <a:xfrm>
            <a:off x="4564999" y="4373196"/>
            <a:ext cx="18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en-US" altLang="ja-JP" sz="2000" b="1" dirty="0">
                <a:solidFill>
                  <a:schemeClr val="bg1"/>
                </a:solidFill>
                <a:latin typeface="BR Omega" pitchFamily="2" charset="77"/>
                <a:ea typeface="メイリオ"/>
                <a:cs typeface="Segoe UI" panose="020B0502040204020203" pitchFamily="34" charset="0"/>
              </a:rPr>
              <a:t>Key result </a:t>
            </a:r>
          </a:p>
        </p:txBody>
      </p:sp>
      <p:sp>
        <p:nvSpPr>
          <p:cNvPr id="45" name="楕円 33">
            <a:extLst>
              <a:ext uri="{FF2B5EF4-FFF2-40B4-BE49-F238E27FC236}">
                <a16:creationId xmlns:a16="http://schemas.microsoft.com/office/drawing/2014/main" id="{AF11136A-5EFF-764D-B060-34014572C4F3}"/>
              </a:ext>
            </a:extLst>
          </p:cNvPr>
          <p:cNvSpPr/>
          <p:nvPr/>
        </p:nvSpPr>
        <p:spPr>
          <a:xfrm>
            <a:off x="7040607" y="3859593"/>
            <a:ext cx="739302" cy="739302"/>
          </a:xfrm>
          <a:prstGeom prst="ellipse">
            <a:avLst/>
          </a:prstGeom>
          <a:solidFill>
            <a:srgbClr val="F3712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" pitchFamily="2" charset="77"/>
                <a:ea typeface="ヒラギノ角ゴ 簡体中文 W3" panose="020B0300000000000000" pitchFamily="34" charset="-128"/>
                <a:cs typeface="Segoe UI" panose="020B0502040204020203" pitchFamily="34" charset="0"/>
              </a:rPr>
              <a:t>KR4</a:t>
            </a:r>
            <a:endParaRPr kumimoji="1" lang="ja-JP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R Omega" pitchFamily="2" charset="77"/>
              <a:ea typeface="ヒラギノ角ゴ 簡体中文 W3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46" name="テキスト ボックス 29">
            <a:extLst>
              <a:ext uri="{FF2B5EF4-FFF2-40B4-BE49-F238E27FC236}">
                <a16:creationId xmlns:a16="http://schemas.microsoft.com/office/drawing/2014/main" id="{1B64E96A-A047-0E47-8960-1D79ACCB6306}"/>
              </a:ext>
            </a:extLst>
          </p:cNvPr>
          <p:cNvSpPr txBox="1"/>
          <p:nvPr/>
        </p:nvSpPr>
        <p:spPr>
          <a:xfrm>
            <a:off x="8218100" y="1850314"/>
            <a:ext cx="2530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en-US" altLang="ja-JP" sz="2000" b="1" dirty="0">
                <a:solidFill>
                  <a:schemeClr val="bg1"/>
                </a:solidFill>
                <a:latin typeface="BR Omega" pitchFamily="2" charset="77"/>
                <a:ea typeface="メイリオ"/>
                <a:cs typeface="Segoe UI" panose="020B0502040204020203" pitchFamily="34" charset="0"/>
              </a:rPr>
              <a:t>Key result </a:t>
            </a:r>
          </a:p>
        </p:txBody>
      </p:sp>
      <p:sp>
        <p:nvSpPr>
          <p:cNvPr id="47" name="テキスト ボックス 28">
            <a:extLst>
              <a:ext uri="{FF2B5EF4-FFF2-40B4-BE49-F238E27FC236}">
                <a16:creationId xmlns:a16="http://schemas.microsoft.com/office/drawing/2014/main" id="{8002CF3D-AB84-1049-8FFC-2EAAA1FFD86F}"/>
              </a:ext>
            </a:extLst>
          </p:cNvPr>
          <p:cNvSpPr txBox="1"/>
          <p:nvPr/>
        </p:nvSpPr>
        <p:spPr>
          <a:xfrm>
            <a:off x="890274" y="4339153"/>
            <a:ext cx="18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en-US" altLang="ja-JP" sz="2000" b="1" dirty="0">
                <a:solidFill>
                  <a:schemeClr val="bg1"/>
                </a:solidFill>
                <a:latin typeface="BR Omega" pitchFamily="2" charset="77"/>
                <a:ea typeface="メイリオ"/>
                <a:cs typeface="Segoe UI" panose="020B0502040204020203" pitchFamily="34" charset="0"/>
              </a:rPr>
              <a:t>Key result </a:t>
            </a:r>
          </a:p>
        </p:txBody>
      </p:sp>
      <p:sp>
        <p:nvSpPr>
          <p:cNvPr id="48" name="楕円 35">
            <a:extLst>
              <a:ext uri="{FF2B5EF4-FFF2-40B4-BE49-F238E27FC236}">
                <a16:creationId xmlns:a16="http://schemas.microsoft.com/office/drawing/2014/main" id="{E2D226B1-11C5-434A-BD8E-E0582D2C1FDD}"/>
              </a:ext>
            </a:extLst>
          </p:cNvPr>
          <p:cNvSpPr/>
          <p:nvPr/>
        </p:nvSpPr>
        <p:spPr>
          <a:xfrm>
            <a:off x="3411127" y="3869690"/>
            <a:ext cx="739302" cy="739302"/>
          </a:xfrm>
          <a:prstGeom prst="ellipse">
            <a:avLst/>
          </a:prstGeom>
          <a:solidFill>
            <a:srgbClr val="F3712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" pitchFamily="2" charset="77"/>
                <a:ea typeface="ヒラギノ角ゴ 簡体中文 W3" panose="020B0300000000000000" pitchFamily="34" charset="-128"/>
                <a:cs typeface="Segoe UI" panose="020B0502040204020203" pitchFamily="34" charset="0"/>
              </a:rPr>
              <a:t>KR4</a:t>
            </a:r>
            <a:endParaRPr kumimoji="1" lang="ja-JP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R Omega" pitchFamily="2" charset="77"/>
              <a:ea typeface="ヒラギノ角ゴ 簡体中文 W3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49" name="楕円 36">
            <a:extLst>
              <a:ext uri="{FF2B5EF4-FFF2-40B4-BE49-F238E27FC236}">
                <a16:creationId xmlns:a16="http://schemas.microsoft.com/office/drawing/2014/main" id="{2A95B24B-ADD3-0744-8B20-9B7112ED6A65}"/>
              </a:ext>
            </a:extLst>
          </p:cNvPr>
          <p:cNvSpPr/>
          <p:nvPr/>
        </p:nvSpPr>
        <p:spPr>
          <a:xfrm>
            <a:off x="3317776" y="1170830"/>
            <a:ext cx="739302" cy="739302"/>
          </a:xfrm>
          <a:prstGeom prst="ellipse">
            <a:avLst/>
          </a:prstGeom>
          <a:solidFill>
            <a:srgbClr val="F3712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" pitchFamily="2" charset="77"/>
                <a:ea typeface="ヒラギノ角ゴ 簡体中文 W3" panose="020B0300000000000000" pitchFamily="34" charset="-128"/>
                <a:cs typeface="Segoe UI" panose="020B0502040204020203" pitchFamily="34" charset="0"/>
              </a:rPr>
              <a:t>KR1</a:t>
            </a:r>
            <a:endParaRPr kumimoji="1" lang="ja-JP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R Omega" pitchFamily="2" charset="77"/>
              <a:ea typeface="ヒラギノ角ゴ 簡体中文 W3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50" name="テキスト ボックス 17">
            <a:extLst>
              <a:ext uri="{FF2B5EF4-FFF2-40B4-BE49-F238E27FC236}">
                <a16:creationId xmlns:a16="http://schemas.microsoft.com/office/drawing/2014/main" id="{CA18CC04-0D56-7641-96AE-A95C142722E1}"/>
              </a:ext>
            </a:extLst>
          </p:cNvPr>
          <p:cNvSpPr txBox="1"/>
          <p:nvPr/>
        </p:nvSpPr>
        <p:spPr>
          <a:xfrm>
            <a:off x="4534771" y="1774244"/>
            <a:ext cx="2571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" pitchFamily="2" charset="77"/>
                <a:ea typeface="メイリオ"/>
                <a:cs typeface="Segoe UI" panose="020B0502040204020203" pitchFamily="34" charset="0"/>
              </a:rPr>
              <a:t>Key result </a:t>
            </a:r>
          </a:p>
        </p:txBody>
      </p:sp>
      <p:sp>
        <p:nvSpPr>
          <p:cNvPr id="52" name="楕円 1">
            <a:extLst>
              <a:ext uri="{FF2B5EF4-FFF2-40B4-BE49-F238E27FC236}">
                <a16:creationId xmlns:a16="http://schemas.microsoft.com/office/drawing/2014/main" id="{47B7F4BD-8283-4242-A0CD-4D4D30C40A15}"/>
              </a:ext>
            </a:extLst>
          </p:cNvPr>
          <p:cNvSpPr/>
          <p:nvPr/>
        </p:nvSpPr>
        <p:spPr>
          <a:xfrm>
            <a:off x="10845175" y="1144733"/>
            <a:ext cx="739302" cy="739302"/>
          </a:xfrm>
          <a:prstGeom prst="ellipse">
            <a:avLst/>
          </a:prstGeom>
          <a:solidFill>
            <a:srgbClr val="F3712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" pitchFamily="2" charset="77"/>
                <a:ea typeface="ヒラギノ角ゴ 簡体中文 W3" panose="020B0300000000000000" pitchFamily="34" charset="-128"/>
                <a:cs typeface="Segoe UI" panose="020B0502040204020203" pitchFamily="34" charset="0"/>
              </a:rPr>
              <a:t>KR2</a:t>
            </a:r>
            <a:endParaRPr kumimoji="1" lang="ja-JP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R Omega" pitchFamily="2" charset="77"/>
              <a:ea typeface="ヒラギノ角ゴ 簡体中文 W3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56" name="楕円 39">
            <a:extLst>
              <a:ext uri="{FF2B5EF4-FFF2-40B4-BE49-F238E27FC236}">
                <a16:creationId xmlns:a16="http://schemas.microsoft.com/office/drawing/2014/main" id="{DA857391-74FB-E941-93AD-0D254205D853}"/>
              </a:ext>
            </a:extLst>
          </p:cNvPr>
          <p:cNvSpPr/>
          <p:nvPr/>
        </p:nvSpPr>
        <p:spPr>
          <a:xfrm>
            <a:off x="7001105" y="1163082"/>
            <a:ext cx="739302" cy="739302"/>
          </a:xfrm>
          <a:prstGeom prst="ellipse">
            <a:avLst/>
          </a:prstGeom>
          <a:solidFill>
            <a:srgbClr val="F3712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" pitchFamily="2" charset="77"/>
                <a:ea typeface="ヒラギノ角ゴ 簡体中文 W3" panose="020B0300000000000000" pitchFamily="34" charset="-128"/>
                <a:cs typeface="Segoe UI" panose="020B0502040204020203" pitchFamily="34" charset="0"/>
              </a:rPr>
              <a:t>KR3</a:t>
            </a:r>
            <a:endParaRPr kumimoji="1" lang="ja-JP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R Omega" pitchFamily="2" charset="77"/>
              <a:ea typeface="ヒラギノ角ゴ 簡体中文 W3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57" name="テキスト ボックス 30">
            <a:extLst>
              <a:ext uri="{FF2B5EF4-FFF2-40B4-BE49-F238E27FC236}">
                <a16:creationId xmlns:a16="http://schemas.microsoft.com/office/drawing/2014/main" id="{D3DF6C7C-F246-F94F-AC14-056EB5638130}"/>
              </a:ext>
            </a:extLst>
          </p:cNvPr>
          <p:cNvSpPr txBox="1"/>
          <p:nvPr/>
        </p:nvSpPr>
        <p:spPr>
          <a:xfrm>
            <a:off x="8259713" y="4379729"/>
            <a:ext cx="18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en-US" altLang="ja-JP" sz="2000" b="1" dirty="0">
                <a:solidFill>
                  <a:schemeClr val="bg1"/>
                </a:solidFill>
                <a:latin typeface="BR Omega" pitchFamily="2" charset="77"/>
                <a:ea typeface="メイリオ"/>
                <a:cs typeface="Segoe UI" panose="020B0502040204020203" pitchFamily="34" charset="0"/>
              </a:rPr>
              <a:t>Key result </a:t>
            </a:r>
          </a:p>
        </p:txBody>
      </p:sp>
      <p:sp>
        <p:nvSpPr>
          <p:cNvPr id="58" name="楕円 33">
            <a:extLst>
              <a:ext uri="{FF2B5EF4-FFF2-40B4-BE49-F238E27FC236}">
                <a16:creationId xmlns:a16="http://schemas.microsoft.com/office/drawing/2014/main" id="{95D84412-397E-4D40-80B2-BE10B4EC61C4}"/>
              </a:ext>
            </a:extLst>
          </p:cNvPr>
          <p:cNvSpPr/>
          <p:nvPr/>
        </p:nvSpPr>
        <p:spPr>
          <a:xfrm>
            <a:off x="10845175" y="3859593"/>
            <a:ext cx="739302" cy="739302"/>
          </a:xfrm>
          <a:prstGeom prst="ellipse">
            <a:avLst/>
          </a:prstGeom>
          <a:solidFill>
            <a:srgbClr val="F3712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" pitchFamily="2" charset="77"/>
                <a:ea typeface="ヒラギノ角ゴ 簡体中文 W3" panose="020B0300000000000000" pitchFamily="34" charset="-128"/>
                <a:cs typeface="Segoe UI" panose="020B0502040204020203" pitchFamily="34" charset="0"/>
              </a:rPr>
              <a:t>KR4</a:t>
            </a:r>
            <a:endParaRPr kumimoji="1" lang="ja-JP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R Omega" pitchFamily="2" charset="77"/>
              <a:ea typeface="ヒラギノ角ゴ 簡体中文 W3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F6957FD-7B65-E045-B3A6-602E9E13B57A}"/>
              </a:ext>
            </a:extLst>
          </p:cNvPr>
          <p:cNvSpPr/>
          <p:nvPr/>
        </p:nvSpPr>
        <p:spPr>
          <a:xfrm>
            <a:off x="814970" y="2173685"/>
            <a:ext cx="2760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313" lvl="0">
              <a:defRPr/>
            </a:pP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dolor sit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FBF91F-0140-3A47-BE81-583C780B908D}"/>
              </a:ext>
            </a:extLst>
          </p:cNvPr>
          <p:cNvSpPr/>
          <p:nvPr/>
        </p:nvSpPr>
        <p:spPr>
          <a:xfrm>
            <a:off x="4440268" y="2173685"/>
            <a:ext cx="2760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313" lvl="0">
              <a:defRPr/>
            </a:pP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dolor sit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C1DA7A2-F508-4E4B-B20C-A639CEBA70C5}"/>
              </a:ext>
            </a:extLst>
          </p:cNvPr>
          <p:cNvSpPr/>
          <p:nvPr/>
        </p:nvSpPr>
        <p:spPr>
          <a:xfrm>
            <a:off x="8102926" y="2246499"/>
            <a:ext cx="2760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313" lvl="0">
              <a:defRPr/>
            </a:pP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dolor sit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3E81875-9CD7-C344-B759-E9BFC322767E}"/>
              </a:ext>
            </a:extLst>
          </p:cNvPr>
          <p:cNvSpPr/>
          <p:nvPr/>
        </p:nvSpPr>
        <p:spPr>
          <a:xfrm>
            <a:off x="4455454" y="4823589"/>
            <a:ext cx="2760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313" lvl="0">
              <a:defRPr/>
            </a:pP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dolor sit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0106550-2D18-9248-BBAD-C34F4CE609B2}"/>
              </a:ext>
            </a:extLst>
          </p:cNvPr>
          <p:cNvSpPr/>
          <p:nvPr/>
        </p:nvSpPr>
        <p:spPr>
          <a:xfrm>
            <a:off x="814969" y="4823589"/>
            <a:ext cx="2760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313" lvl="0">
              <a:defRPr/>
            </a:pP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dolor sit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F2AE9CC-D2C0-F744-B7AE-67B7507C876E}"/>
              </a:ext>
            </a:extLst>
          </p:cNvPr>
          <p:cNvSpPr/>
          <p:nvPr/>
        </p:nvSpPr>
        <p:spPr>
          <a:xfrm>
            <a:off x="8185826" y="4823589"/>
            <a:ext cx="2760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313" lvl="0">
              <a:defRPr/>
            </a:pP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dolor sit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6A6F83-A752-F94E-B249-3BA7489FE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479401-C1C9-7F45-9ACE-4447DBC3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12524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C93AC4B-DAEB-482C-A684-3DDB2964B4BC}"/>
              </a:ext>
            </a:extLst>
          </p:cNvPr>
          <p:cNvCxnSpPr>
            <a:cxnSpLocks/>
          </p:cNvCxnSpPr>
          <p:nvPr/>
        </p:nvCxnSpPr>
        <p:spPr>
          <a:xfrm flipH="1">
            <a:off x="6024730" y="1983996"/>
            <a:ext cx="2" cy="1597475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sp>
        <p:nvSpPr>
          <p:cNvPr id="79" name="Round Diagonal Corner Rectangle 78">
            <a:extLst>
              <a:ext uri="{FF2B5EF4-FFF2-40B4-BE49-F238E27FC236}">
                <a16:creationId xmlns:a16="http://schemas.microsoft.com/office/drawing/2014/main" id="{554D6CA4-ABC2-3446-8B00-966E20A4F519}"/>
              </a:ext>
            </a:extLst>
          </p:cNvPr>
          <p:cNvSpPr/>
          <p:nvPr/>
        </p:nvSpPr>
        <p:spPr>
          <a:xfrm>
            <a:off x="4609313" y="1150867"/>
            <a:ext cx="2821289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ound Diagonal Corner Rectangle 80">
            <a:extLst>
              <a:ext uri="{FF2B5EF4-FFF2-40B4-BE49-F238E27FC236}">
                <a16:creationId xmlns:a16="http://schemas.microsoft.com/office/drawing/2014/main" id="{604232CB-F9E0-9541-8CF2-0611D4A9F629}"/>
              </a:ext>
            </a:extLst>
          </p:cNvPr>
          <p:cNvSpPr/>
          <p:nvPr/>
        </p:nvSpPr>
        <p:spPr>
          <a:xfrm>
            <a:off x="4609313" y="2301241"/>
            <a:ext cx="2821289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ound Diagonal Corner Rectangle 81">
            <a:extLst>
              <a:ext uri="{FF2B5EF4-FFF2-40B4-BE49-F238E27FC236}">
                <a16:creationId xmlns:a16="http://schemas.microsoft.com/office/drawing/2014/main" id="{250A7C11-3B37-BD48-8652-5B539C88C477}"/>
              </a:ext>
            </a:extLst>
          </p:cNvPr>
          <p:cNvSpPr/>
          <p:nvPr/>
        </p:nvSpPr>
        <p:spPr>
          <a:xfrm>
            <a:off x="358595" y="3894067"/>
            <a:ext cx="2688896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ound Diagonal Corner Rectangle 82">
            <a:extLst>
              <a:ext uri="{FF2B5EF4-FFF2-40B4-BE49-F238E27FC236}">
                <a16:creationId xmlns:a16="http://schemas.microsoft.com/office/drawing/2014/main" id="{797766C8-00A9-1A42-9801-7CD8D8AD780F}"/>
              </a:ext>
            </a:extLst>
          </p:cNvPr>
          <p:cNvSpPr/>
          <p:nvPr/>
        </p:nvSpPr>
        <p:spPr>
          <a:xfrm>
            <a:off x="3146040" y="3894067"/>
            <a:ext cx="2810650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ound Diagonal Corner Rectangle 83">
            <a:extLst>
              <a:ext uri="{FF2B5EF4-FFF2-40B4-BE49-F238E27FC236}">
                <a16:creationId xmlns:a16="http://schemas.microsoft.com/office/drawing/2014/main" id="{7225EB2F-D384-CD43-BCD0-74F2B8EF8D2F}"/>
              </a:ext>
            </a:extLst>
          </p:cNvPr>
          <p:cNvSpPr/>
          <p:nvPr/>
        </p:nvSpPr>
        <p:spPr>
          <a:xfrm>
            <a:off x="6110466" y="3894067"/>
            <a:ext cx="2810650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ound Diagonal Corner Rectangle 84">
            <a:extLst>
              <a:ext uri="{FF2B5EF4-FFF2-40B4-BE49-F238E27FC236}">
                <a16:creationId xmlns:a16="http://schemas.microsoft.com/office/drawing/2014/main" id="{3155731A-EF22-CA48-AC8F-7238694C8BED}"/>
              </a:ext>
            </a:extLst>
          </p:cNvPr>
          <p:cNvSpPr/>
          <p:nvPr/>
        </p:nvSpPr>
        <p:spPr>
          <a:xfrm>
            <a:off x="9045395" y="3894067"/>
            <a:ext cx="2810650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809AAF2-C553-42AF-876B-215649C09995}"/>
              </a:ext>
            </a:extLst>
          </p:cNvPr>
          <p:cNvCxnSpPr>
            <a:cxnSpLocks/>
          </p:cNvCxnSpPr>
          <p:nvPr/>
        </p:nvCxnSpPr>
        <p:spPr>
          <a:xfrm>
            <a:off x="2174283" y="3593265"/>
            <a:ext cx="7413193" cy="0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A05BCFB-76B5-4592-A30E-895A82253B77}"/>
              </a:ext>
            </a:extLst>
          </p:cNvPr>
          <p:cNvCxnSpPr>
            <a:cxnSpLocks/>
          </p:cNvCxnSpPr>
          <p:nvPr/>
        </p:nvCxnSpPr>
        <p:spPr>
          <a:xfrm flipV="1">
            <a:off x="2174283" y="3581471"/>
            <a:ext cx="0" cy="257780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A2E7B35-8CEA-4579-8318-D9EA1DE464FD}"/>
              </a:ext>
            </a:extLst>
          </p:cNvPr>
          <p:cNvCxnSpPr>
            <a:cxnSpLocks/>
          </p:cNvCxnSpPr>
          <p:nvPr/>
        </p:nvCxnSpPr>
        <p:spPr>
          <a:xfrm flipH="1">
            <a:off x="6019784" y="3585365"/>
            <a:ext cx="9196" cy="1481760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5BECA65-93AE-4805-A1A9-FFE3B1FC9196}"/>
              </a:ext>
            </a:extLst>
          </p:cNvPr>
          <p:cNvCxnSpPr>
            <a:cxnSpLocks/>
          </p:cNvCxnSpPr>
          <p:nvPr/>
        </p:nvCxnSpPr>
        <p:spPr>
          <a:xfrm flipV="1">
            <a:off x="4578251" y="5059513"/>
            <a:ext cx="2723026" cy="1391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0BA9859-E65F-4921-B167-01E1EECC74BD}"/>
              </a:ext>
            </a:extLst>
          </p:cNvPr>
          <p:cNvCxnSpPr>
            <a:cxnSpLocks/>
          </p:cNvCxnSpPr>
          <p:nvPr/>
        </p:nvCxnSpPr>
        <p:spPr>
          <a:xfrm flipV="1">
            <a:off x="4578251" y="5060904"/>
            <a:ext cx="0" cy="380308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EB4ECA1-ECC5-4106-BFFC-4E39F31D28FC}"/>
              </a:ext>
            </a:extLst>
          </p:cNvPr>
          <p:cNvCxnSpPr>
            <a:cxnSpLocks/>
          </p:cNvCxnSpPr>
          <p:nvPr/>
        </p:nvCxnSpPr>
        <p:spPr>
          <a:xfrm flipV="1">
            <a:off x="7301277" y="5067125"/>
            <a:ext cx="0" cy="334723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4459D10-B4E9-428C-A9D7-3E0F23CA12C8}"/>
              </a:ext>
            </a:extLst>
          </p:cNvPr>
          <p:cNvCxnSpPr>
            <a:cxnSpLocks/>
          </p:cNvCxnSpPr>
          <p:nvPr/>
        </p:nvCxnSpPr>
        <p:spPr>
          <a:xfrm flipV="1">
            <a:off x="9593873" y="4814116"/>
            <a:ext cx="0" cy="502835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1BD0179-4FE2-4F4B-AF79-4D23A2F8F07E}"/>
              </a:ext>
            </a:extLst>
          </p:cNvPr>
          <p:cNvCxnSpPr>
            <a:cxnSpLocks/>
          </p:cNvCxnSpPr>
          <p:nvPr/>
        </p:nvCxnSpPr>
        <p:spPr>
          <a:xfrm flipV="1">
            <a:off x="7411866" y="3589490"/>
            <a:ext cx="0" cy="257780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0A05BCFB-76B5-4592-A30E-895A82253B77}"/>
              </a:ext>
            </a:extLst>
          </p:cNvPr>
          <p:cNvCxnSpPr>
            <a:cxnSpLocks/>
          </p:cNvCxnSpPr>
          <p:nvPr/>
        </p:nvCxnSpPr>
        <p:spPr>
          <a:xfrm flipV="1">
            <a:off x="3853530" y="3584134"/>
            <a:ext cx="0" cy="257780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503EAF6-D104-AF4A-AA81-874903878F6D}"/>
              </a:ext>
            </a:extLst>
          </p:cNvPr>
          <p:cNvGrpSpPr/>
          <p:nvPr/>
        </p:nvGrpSpPr>
        <p:grpSpPr>
          <a:xfrm>
            <a:off x="479993" y="3971449"/>
            <a:ext cx="2357063" cy="832104"/>
            <a:chOff x="479993" y="3971449"/>
            <a:chExt cx="2357063" cy="832104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BA73B4B1-4F0B-4155-ABD2-CE42D4B427E6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B9C033B-FB9C-4855-84EE-E0E0D77C4944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9D4F175-C86C-5146-B7D9-47F9A58F9D87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B6B39FB-2F79-6E46-9DC5-083B2D03617B}"/>
              </a:ext>
            </a:extLst>
          </p:cNvPr>
          <p:cNvGrpSpPr/>
          <p:nvPr/>
        </p:nvGrpSpPr>
        <p:grpSpPr>
          <a:xfrm>
            <a:off x="4917467" y="1227000"/>
            <a:ext cx="2357063" cy="832104"/>
            <a:chOff x="479993" y="3971449"/>
            <a:chExt cx="2357063" cy="832104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C4A9F02-80D8-6F48-B639-3D3443F3A1A0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45AA303-E454-AA44-9BC8-DF0C760F10D9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D1B5EA3-72DD-A449-8DC4-5F5C15AAD8A7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89E0834-BD58-D248-B2CA-3FFA8DB012F3}"/>
              </a:ext>
            </a:extLst>
          </p:cNvPr>
          <p:cNvGrpSpPr/>
          <p:nvPr/>
        </p:nvGrpSpPr>
        <p:grpSpPr>
          <a:xfrm>
            <a:off x="4917467" y="2363270"/>
            <a:ext cx="2357063" cy="832104"/>
            <a:chOff x="479993" y="3971449"/>
            <a:chExt cx="2357063" cy="832104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58A70EA-86A1-0D40-85E1-4F2FB8DE3856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776E5E8-0973-1948-B3EF-54BD0AD09FDA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4C7D742-CA1C-7447-9EFF-DFCD6B2FC84D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7DDE54E-BDBB-6647-ABB6-F0AC4E81ED37}"/>
              </a:ext>
            </a:extLst>
          </p:cNvPr>
          <p:cNvGrpSpPr/>
          <p:nvPr/>
        </p:nvGrpSpPr>
        <p:grpSpPr>
          <a:xfrm>
            <a:off x="3508266" y="3963349"/>
            <a:ext cx="2357063" cy="832104"/>
            <a:chOff x="479993" y="3971449"/>
            <a:chExt cx="2357063" cy="832104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34C78BC-4337-B448-B037-00C3D4B393DA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4BF2121-5431-F74A-B026-CF64DFFDB5B9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4568C4A-EDA8-B642-9833-EFC39B894B84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02CD26C-7D02-424C-8BBD-22CB35A62BC8}"/>
              </a:ext>
            </a:extLst>
          </p:cNvPr>
          <p:cNvGrpSpPr/>
          <p:nvPr/>
        </p:nvGrpSpPr>
        <p:grpSpPr>
          <a:xfrm>
            <a:off x="6469551" y="3963349"/>
            <a:ext cx="2357063" cy="832104"/>
            <a:chOff x="479993" y="3971449"/>
            <a:chExt cx="2357063" cy="832104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675E2C1-0BF8-7947-8717-C13216282229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0E3404E-FA01-C64B-9948-5C31F645FF00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75841B86-522D-3740-A48D-96B60542E3C5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EEAF485-D2A4-E546-A643-095E96CC25F9}"/>
              </a:ext>
            </a:extLst>
          </p:cNvPr>
          <p:cNvGrpSpPr/>
          <p:nvPr/>
        </p:nvGrpSpPr>
        <p:grpSpPr>
          <a:xfrm>
            <a:off x="9354944" y="3949883"/>
            <a:ext cx="2357063" cy="832104"/>
            <a:chOff x="479993" y="3971449"/>
            <a:chExt cx="2357063" cy="832104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19A7466-5C1D-694B-BDB3-092005404925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536B07C-CBE1-6345-844B-4B7F5BA4205B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3432E16C-2FF7-2C47-98B8-2563C948B5BA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F01A67A-3DFC-3D45-BBB0-1ABC87BD0A5A}"/>
              </a:ext>
            </a:extLst>
          </p:cNvPr>
          <p:cNvCxnSpPr>
            <a:cxnSpLocks/>
          </p:cNvCxnSpPr>
          <p:nvPr/>
        </p:nvCxnSpPr>
        <p:spPr>
          <a:xfrm flipV="1">
            <a:off x="9583068" y="3581471"/>
            <a:ext cx="0" cy="257780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sp>
        <p:nvSpPr>
          <p:cNvPr id="143" name="Round Diagonal Corner Rectangle 142">
            <a:extLst>
              <a:ext uri="{FF2B5EF4-FFF2-40B4-BE49-F238E27FC236}">
                <a16:creationId xmlns:a16="http://schemas.microsoft.com/office/drawing/2014/main" id="{4D0F1FD7-80CA-2F4C-A1E6-816006F756CE}"/>
              </a:ext>
            </a:extLst>
          </p:cNvPr>
          <p:cNvSpPr/>
          <p:nvPr/>
        </p:nvSpPr>
        <p:spPr>
          <a:xfrm>
            <a:off x="6008776" y="5313407"/>
            <a:ext cx="2810650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E959564-3F3B-344B-B1EF-6758B89FFEB5}"/>
              </a:ext>
            </a:extLst>
          </p:cNvPr>
          <p:cNvGrpSpPr/>
          <p:nvPr/>
        </p:nvGrpSpPr>
        <p:grpSpPr>
          <a:xfrm>
            <a:off x="6367861" y="5382689"/>
            <a:ext cx="2357063" cy="832104"/>
            <a:chOff x="479993" y="3971449"/>
            <a:chExt cx="2357063" cy="832104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A9AD36DE-94AB-0D4D-BCA5-7B69FA33FC8B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C62659E2-5172-264D-B9BC-7297427491E2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4CF74417-1BB3-EF44-AFE6-7D3330433D43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sp>
        <p:nvSpPr>
          <p:cNvPr id="163" name="Round Diagonal Corner Rectangle 162">
            <a:extLst>
              <a:ext uri="{FF2B5EF4-FFF2-40B4-BE49-F238E27FC236}">
                <a16:creationId xmlns:a16="http://schemas.microsoft.com/office/drawing/2014/main" id="{7B7B1062-DAD5-A246-91E8-356F6F1AD069}"/>
              </a:ext>
            </a:extLst>
          </p:cNvPr>
          <p:cNvSpPr/>
          <p:nvPr/>
        </p:nvSpPr>
        <p:spPr>
          <a:xfrm>
            <a:off x="2921063" y="5321410"/>
            <a:ext cx="2810650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DD33AE5-1CD3-B044-BC96-D6EFC2E3FA52}"/>
              </a:ext>
            </a:extLst>
          </p:cNvPr>
          <p:cNvGrpSpPr/>
          <p:nvPr/>
        </p:nvGrpSpPr>
        <p:grpSpPr>
          <a:xfrm>
            <a:off x="3280148" y="5390692"/>
            <a:ext cx="2357063" cy="832104"/>
            <a:chOff x="479993" y="3971449"/>
            <a:chExt cx="2357063" cy="832104"/>
          </a:xfrm>
        </p:grpSpPr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58B68763-ACE9-614F-9129-E22A9FCDB7FE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187F1A46-5C98-1D40-A00F-C8B6AF59A7E1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2DD86DE3-D8A7-A54B-AFEB-16CB320E1AC9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sp>
        <p:nvSpPr>
          <p:cNvPr id="168" name="Round Diagonal Corner Rectangle 167">
            <a:extLst>
              <a:ext uri="{FF2B5EF4-FFF2-40B4-BE49-F238E27FC236}">
                <a16:creationId xmlns:a16="http://schemas.microsoft.com/office/drawing/2014/main" id="{D4AAC661-E263-AB49-B2F5-2DDD6D18A4EB}"/>
              </a:ext>
            </a:extLst>
          </p:cNvPr>
          <p:cNvSpPr/>
          <p:nvPr/>
        </p:nvSpPr>
        <p:spPr>
          <a:xfrm>
            <a:off x="9045395" y="5313407"/>
            <a:ext cx="2810650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49DDC5E-2018-0740-9C08-B65319F3C67B}"/>
              </a:ext>
            </a:extLst>
          </p:cNvPr>
          <p:cNvGrpSpPr/>
          <p:nvPr/>
        </p:nvGrpSpPr>
        <p:grpSpPr>
          <a:xfrm>
            <a:off x="9404480" y="5382689"/>
            <a:ext cx="2357063" cy="832104"/>
            <a:chOff x="479993" y="3971449"/>
            <a:chExt cx="2357063" cy="832104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F7DDD73-919B-5D44-AEF0-041D69C530FB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297935AA-E477-5547-9B44-49DF3C1DF9EE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D3D60C32-8229-BD4D-8409-5B94685CAAF4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D8B18E4C-8011-104D-9CD6-A16285214434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D778F522-9FAB-3F48-93A1-F4F5E9E280E2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A8015E1E-097E-A34F-B041-7E1C36043C54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7EEE66F7-CD23-4240-B3A4-BE263EC34523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DFF92E29-E76E-5B47-AED9-161D1BC7BCE2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EA47BEBF-9602-2043-9331-AD8DCAF083C8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87B1E-D1EF-9044-9880-FA4A602D5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62DD08-1A17-1C41-B6DB-C701A315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3359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85ED8C14-1063-8544-A9BB-1EA813D604BF}"/>
              </a:ext>
            </a:extLst>
          </p:cNvPr>
          <p:cNvSpPr txBox="1">
            <a:spLocks/>
          </p:cNvSpPr>
          <p:nvPr/>
        </p:nvSpPr>
        <p:spPr>
          <a:xfrm>
            <a:off x="683272" y="1823781"/>
            <a:ext cx="3450057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65CF052-4C87-9141-95B2-58D5AAF4F5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7416307"/>
              </p:ext>
            </p:extLst>
          </p:nvPr>
        </p:nvGraphicFramePr>
        <p:xfrm>
          <a:off x="4716660" y="1420958"/>
          <a:ext cx="7394267" cy="4929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C1AC158-45C1-0040-9131-23075FBE6A92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DFBB27F-FA30-F846-94D9-F8AD8F8A5AD5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3EA2F05-BF17-684F-AC5F-5889BD80AA83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803DBEA-DD6E-EA4D-B036-AC15753987CF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B8F17C5-7DE7-134E-9E49-7FD4FD54D623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9AA1325-CB52-A346-B376-300719B9A9D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BD7DA4-E5A7-7B48-AF58-4AD57647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56689B-9669-ED46-A1A3-89C4AFEA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45838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85ED8C14-1063-8544-A9BB-1EA813D604BF}"/>
              </a:ext>
            </a:extLst>
          </p:cNvPr>
          <p:cNvSpPr txBox="1">
            <a:spLocks/>
          </p:cNvSpPr>
          <p:nvPr/>
        </p:nvSpPr>
        <p:spPr>
          <a:xfrm>
            <a:off x="683272" y="1823781"/>
            <a:ext cx="3450057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A50569F-9701-214D-B702-B90B84A213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3657685"/>
              </p:ext>
            </p:extLst>
          </p:nvPr>
        </p:nvGraphicFramePr>
        <p:xfrm>
          <a:off x="4544419" y="1461336"/>
          <a:ext cx="7394267" cy="4929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BC5EA7-BCEB-FF40-8E48-3C2082EEA327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1B12F2-96CE-E746-95FF-5918E5145BFC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8405994-D8EE-0443-A4B6-C502B156D652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83F87A8-D2B3-E848-ABEA-CB02ABBED7C2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D1EE570-5CEC-804C-8C33-DE5CA36ECDA2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E172443-9AAB-A546-B7C3-A6B520178B09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8DB58A-F18D-AF43-9543-0E1CF80FD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93AEC6-4318-7449-AEEF-B3D19E56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11528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7644E-3244-02C8-43C0-BA1AD5BF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076FA4-BF21-7EDE-AADD-A34AFBCCD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20</a:t>
            </a:fld>
            <a:endParaRPr lang="x-none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A4C4096-3086-473D-FF54-17D09068E1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05365"/>
              </p:ext>
            </p:extLst>
          </p:nvPr>
        </p:nvGraphicFramePr>
        <p:xfrm>
          <a:off x="5183990" y="1139603"/>
          <a:ext cx="672472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0F8C768-2073-8C9E-5503-209F450B01DB}"/>
              </a:ext>
            </a:extLst>
          </p:cNvPr>
          <p:cNvSpPr txBox="1">
            <a:spLocks/>
          </p:cNvSpPr>
          <p:nvPr/>
        </p:nvSpPr>
        <p:spPr>
          <a:xfrm>
            <a:off x="952214" y="1900498"/>
            <a:ext cx="4964492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0745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7644E-3244-02C8-43C0-BA1AD5BF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076FA4-BF21-7EDE-AADD-A34AFBCCD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21</a:t>
            </a:fld>
            <a:endParaRPr lang="x-none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95E47BA-3393-DFB6-E541-4D8AC2443B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9346901"/>
              </p:ext>
            </p:extLst>
          </p:nvPr>
        </p:nvGraphicFramePr>
        <p:xfrm>
          <a:off x="5183990" y="1139603"/>
          <a:ext cx="672472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F59D16-7403-664E-8D27-444078E04FC1}"/>
              </a:ext>
            </a:extLst>
          </p:cNvPr>
          <p:cNvSpPr txBox="1">
            <a:spLocks/>
          </p:cNvSpPr>
          <p:nvPr/>
        </p:nvSpPr>
        <p:spPr>
          <a:xfrm>
            <a:off x="952214" y="1900498"/>
            <a:ext cx="4964492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549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9EE11F5-2ED5-C342-8444-99494C5A96F5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2D97DF2-F492-2141-9F75-95E01ADBD2E2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0CB8DFC-8EAD-7146-9DA2-DCE69E9D8A3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188E7A0-5D28-C24B-8977-5C0BED8C3B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50812C-61EE-F94F-9165-8D99B7B2BD81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1BB22BE-C1D9-FB48-AF8B-7D2B244C7D9E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86BD777-1EB1-A84D-9E49-F07118973A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2169386"/>
              </p:ext>
            </p:extLst>
          </p:nvPr>
        </p:nvGraphicFramePr>
        <p:xfrm>
          <a:off x="5183990" y="1139603"/>
          <a:ext cx="672472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8328A761-9FB9-E744-B6AB-D407612EA235}"/>
              </a:ext>
            </a:extLst>
          </p:cNvPr>
          <p:cNvSpPr txBox="1">
            <a:spLocks/>
          </p:cNvSpPr>
          <p:nvPr/>
        </p:nvSpPr>
        <p:spPr>
          <a:xfrm>
            <a:off x="952214" y="1900498"/>
            <a:ext cx="4964492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EF7BFE8-99B0-034C-8718-A9C66176E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105247"/>
              </p:ext>
            </p:extLst>
          </p:nvPr>
        </p:nvGraphicFramePr>
        <p:xfrm>
          <a:off x="508456" y="1185129"/>
          <a:ext cx="11175086" cy="5249693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565926">
                  <a:extLst>
                    <a:ext uri="{9D8B030D-6E8A-4147-A177-3AD203B41FA5}">
                      <a16:colId xmlns:a16="http://schemas.microsoft.com/office/drawing/2014/main" val="829631018"/>
                    </a:ext>
                  </a:extLst>
                </a:gridCol>
                <a:gridCol w="1591100">
                  <a:extLst>
                    <a:ext uri="{9D8B030D-6E8A-4147-A177-3AD203B41FA5}">
                      <a16:colId xmlns:a16="http://schemas.microsoft.com/office/drawing/2014/main" val="1872138302"/>
                    </a:ext>
                  </a:extLst>
                </a:gridCol>
                <a:gridCol w="4985435">
                  <a:extLst>
                    <a:ext uri="{9D8B030D-6E8A-4147-A177-3AD203B41FA5}">
                      <a16:colId xmlns:a16="http://schemas.microsoft.com/office/drawing/2014/main" val="892686315"/>
                    </a:ext>
                  </a:extLst>
                </a:gridCol>
                <a:gridCol w="1751267">
                  <a:extLst>
                    <a:ext uri="{9D8B030D-6E8A-4147-A177-3AD203B41FA5}">
                      <a16:colId xmlns:a16="http://schemas.microsoft.com/office/drawing/2014/main" val="3814847294"/>
                    </a:ext>
                  </a:extLst>
                </a:gridCol>
                <a:gridCol w="2281358">
                  <a:extLst>
                    <a:ext uri="{9D8B030D-6E8A-4147-A177-3AD203B41FA5}">
                      <a16:colId xmlns:a16="http://schemas.microsoft.com/office/drawing/2014/main" val="4221267490"/>
                    </a:ext>
                  </a:extLst>
                </a:gridCol>
              </a:tblGrid>
              <a:tr h="283167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>
                          <a:solidFill>
                            <a:schemeClr val="bg1"/>
                          </a:solidFill>
                        </a:rPr>
                        <a:t>Plan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/>
                        <a:t>Performance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Activities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>
                          <a:solidFill>
                            <a:schemeClr val="bg1"/>
                          </a:solidFill>
                        </a:rPr>
                        <a:t>Progress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E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9935"/>
                  </a:ext>
                </a:extLst>
              </a:tr>
              <a:tr h="196223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O1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B2C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Title 1 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B2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85%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B2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241374"/>
                  </a:ext>
                </a:extLst>
              </a:tr>
              <a:tr h="1158410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KR1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solidFill>
                            <a:schemeClr val="accent5"/>
                          </a:solidFill>
                        </a:rPr>
                        <a:t>akaMeet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akaMES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akaAT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CrystalSound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Aviation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91%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(10/11)</a:t>
                      </a:r>
                      <a:endParaRPr lang="en-US" sz="1400" b="1" dirty="0">
                        <a:solidFill>
                          <a:srgbClr val="33B2C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53647"/>
                  </a:ext>
                </a:extLst>
              </a:tr>
              <a:tr h="100395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KR2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Manufacturing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Automotive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Cloud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Logistics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100%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(11/11)</a:t>
                      </a:r>
                      <a:endParaRPr lang="en-US" sz="1400" b="1" dirty="0">
                        <a:solidFill>
                          <a:srgbClr val="33B2C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225492"/>
                  </a:ext>
                </a:extLst>
              </a:tr>
              <a:tr h="540591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KR3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akaAT</a:t>
                      </a: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CrystalSound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66%</a:t>
                      </a:r>
                      <a:endParaRPr lang="en-US" sz="1400" b="1" dirty="0">
                        <a:solidFill>
                          <a:srgbClr val="33B2C1"/>
                        </a:solidFill>
                      </a:endParaRP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(2/3)</a:t>
                      </a:r>
                      <a:endParaRPr lang="en-US" sz="1400" b="1" dirty="0">
                        <a:solidFill>
                          <a:srgbClr val="33B2C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774373"/>
                  </a:ext>
                </a:extLst>
              </a:tr>
              <a:tr h="30997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O2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B2C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Title 2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B2C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125%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B2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16956"/>
                  </a:ext>
                </a:extLst>
              </a:tr>
              <a:tr h="540591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KR1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akaAT</a:t>
                      </a: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CrystalSound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  <a:p>
                      <a:pPr algn="l"/>
                      <a:endParaRPr lang="en-US" sz="1000" b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baseline="0" dirty="0">
                          <a:solidFill>
                            <a:srgbClr val="33B2C1"/>
                          </a:solidFill>
                        </a:rPr>
                        <a:t>100%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baseline="0" dirty="0">
                          <a:solidFill>
                            <a:srgbClr val="33B2C1"/>
                          </a:solidFill>
                        </a:rPr>
                        <a:t>(15/15)</a:t>
                      </a:r>
                      <a:endParaRPr lang="en-US" sz="1400" b="1" baseline="0" dirty="0">
                        <a:solidFill>
                          <a:srgbClr val="33B2C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736453"/>
                  </a:ext>
                </a:extLst>
              </a:tr>
              <a:tr h="540591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KR2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akaAT</a:t>
                      </a: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CrystalSound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Cloud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Logistics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  <a:p>
                      <a:pPr algn="l"/>
                      <a:endParaRPr lang="en-US" sz="1000" b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150%</a:t>
                      </a:r>
                      <a:endParaRPr lang="en-US" sz="1400" b="1" dirty="0">
                        <a:solidFill>
                          <a:srgbClr val="33B2C1"/>
                        </a:solidFill>
                      </a:endParaRP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(6/4)</a:t>
                      </a:r>
                      <a:endParaRPr lang="en-US" sz="1400" b="1" dirty="0">
                        <a:solidFill>
                          <a:srgbClr val="33B2C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614570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F0A2A6A7-BFD0-B74B-BDCC-F0C891E30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9E0E61-9F50-8A48-8250-81DDECF8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85539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63A5-C79D-E1B4-76C5-8A8BF2FA0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7F63A8-B329-1E12-EB4F-94409F116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23</a:t>
            </a:fld>
            <a:endParaRPr lang="x-none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9461A7-050F-5E5A-5943-C703B0D27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173022"/>
              </p:ext>
            </p:extLst>
          </p:nvPr>
        </p:nvGraphicFramePr>
        <p:xfrm>
          <a:off x="508456" y="1185129"/>
          <a:ext cx="11175086" cy="5249693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565926">
                  <a:extLst>
                    <a:ext uri="{9D8B030D-6E8A-4147-A177-3AD203B41FA5}">
                      <a16:colId xmlns:a16="http://schemas.microsoft.com/office/drawing/2014/main" val="829631018"/>
                    </a:ext>
                  </a:extLst>
                </a:gridCol>
                <a:gridCol w="1591100">
                  <a:extLst>
                    <a:ext uri="{9D8B030D-6E8A-4147-A177-3AD203B41FA5}">
                      <a16:colId xmlns:a16="http://schemas.microsoft.com/office/drawing/2014/main" val="1872138302"/>
                    </a:ext>
                  </a:extLst>
                </a:gridCol>
                <a:gridCol w="4985435">
                  <a:extLst>
                    <a:ext uri="{9D8B030D-6E8A-4147-A177-3AD203B41FA5}">
                      <a16:colId xmlns:a16="http://schemas.microsoft.com/office/drawing/2014/main" val="892686315"/>
                    </a:ext>
                  </a:extLst>
                </a:gridCol>
                <a:gridCol w="1751267">
                  <a:extLst>
                    <a:ext uri="{9D8B030D-6E8A-4147-A177-3AD203B41FA5}">
                      <a16:colId xmlns:a16="http://schemas.microsoft.com/office/drawing/2014/main" val="3814847294"/>
                    </a:ext>
                  </a:extLst>
                </a:gridCol>
                <a:gridCol w="2281358">
                  <a:extLst>
                    <a:ext uri="{9D8B030D-6E8A-4147-A177-3AD203B41FA5}">
                      <a16:colId xmlns:a16="http://schemas.microsoft.com/office/drawing/2014/main" val="4221267490"/>
                    </a:ext>
                  </a:extLst>
                </a:gridCol>
              </a:tblGrid>
              <a:tr h="283167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>
                          <a:solidFill>
                            <a:schemeClr val="bg1"/>
                          </a:solidFill>
                        </a:rPr>
                        <a:t>Plan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/>
                        <a:t>Performance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Activities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>
                          <a:solidFill>
                            <a:schemeClr val="bg1"/>
                          </a:solidFill>
                        </a:rPr>
                        <a:t>Progress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9935"/>
                  </a:ext>
                </a:extLst>
              </a:tr>
              <a:tr h="196223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O1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12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Title 1 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12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85%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241374"/>
                  </a:ext>
                </a:extLst>
              </a:tr>
              <a:tr h="1158410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KR1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solidFill>
                            <a:schemeClr val="accent5"/>
                          </a:solidFill>
                        </a:rPr>
                        <a:t>akaMeet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akaMES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akaAT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CrystalSound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Aviation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91%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(10/11)</a:t>
                      </a:r>
                      <a:endParaRPr lang="en-US" sz="1400" b="1" dirty="0">
                        <a:solidFill>
                          <a:srgbClr val="F3712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53647"/>
                  </a:ext>
                </a:extLst>
              </a:tr>
              <a:tr h="100395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KR2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Manufacturing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Automotive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Cloud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Logistics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100%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(11/11)</a:t>
                      </a:r>
                      <a:endParaRPr lang="en-US" sz="1400" b="1" dirty="0">
                        <a:solidFill>
                          <a:srgbClr val="F3712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225492"/>
                  </a:ext>
                </a:extLst>
              </a:tr>
              <a:tr h="540591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KR3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akaAT</a:t>
                      </a: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CrystalSound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66%</a:t>
                      </a:r>
                      <a:endParaRPr lang="en-US" sz="1400" b="1" dirty="0">
                        <a:solidFill>
                          <a:srgbClr val="F37121"/>
                        </a:solidFill>
                      </a:endParaRP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(2/3)</a:t>
                      </a:r>
                      <a:endParaRPr lang="en-US" sz="1400" b="1" dirty="0">
                        <a:solidFill>
                          <a:srgbClr val="F3712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774373"/>
                  </a:ext>
                </a:extLst>
              </a:tr>
              <a:tr h="30997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O2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12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Title 2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12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125%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16956"/>
                  </a:ext>
                </a:extLst>
              </a:tr>
              <a:tr h="540591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KR1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akaAT</a:t>
                      </a: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CrystalSound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  <a:p>
                      <a:pPr algn="l"/>
                      <a:endParaRPr lang="en-US" sz="1000" b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baseline="0" dirty="0">
                          <a:solidFill>
                            <a:srgbClr val="F37121"/>
                          </a:solidFill>
                        </a:rPr>
                        <a:t>100%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baseline="0" dirty="0">
                          <a:solidFill>
                            <a:srgbClr val="F37121"/>
                          </a:solidFill>
                        </a:rPr>
                        <a:t>(15/15)</a:t>
                      </a:r>
                      <a:endParaRPr lang="en-US" sz="1400" b="1" baseline="0" dirty="0">
                        <a:solidFill>
                          <a:srgbClr val="F3712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736453"/>
                  </a:ext>
                </a:extLst>
              </a:tr>
              <a:tr h="540591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KR2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akaAT</a:t>
                      </a: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CrystalSound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Cloud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Logistics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  <a:p>
                      <a:pPr algn="l"/>
                      <a:endParaRPr lang="en-US" sz="1000" b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150%</a:t>
                      </a:r>
                      <a:endParaRPr lang="en-US" sz="1400" b="1" dirty="0">
                        <a:solidFill>
                          <a:srgbClr val="F37121"/>
                        </a:solidFill>
                      </a:endParaRP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(6/4)</a:t>
                      </a:r>
                      <a:endParaRPr lang="en-US" sz="1400" b="1" dirty="0">
                        <a:solidFill>
                          <a:srgbClr val="F3712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614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487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7844-4D97-3C0C-A516-ED2FAF34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7472AD-9D4D-0D13-CE1A-CB224669B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24</a:t>
            </a:fld>
            <a:endParaRPr lang="x-non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6D8289-32AE-411B-864A-EB86B32B02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27870" y="965200"/>
            <a:ext cx="8664130" cy="58928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2CF9DF-2F4D-A60B-AE94-30C2B1F14D27}"/>
              </a:ext>
            </a:extLst>
          </p:cNvPr>
          <p:cNvSpPr/>
          <p:nvPr/>
        </p:nvSpPr>
        <p:spPr>
          <a:xfrm>
            <a:off x="0" y="965200"/>
            <a:ext cx="7558267" cy="5892800"/>
          </a:xfrm>
          <a:prstGeom prst="rect">
            <a:avLst/>
          </a:prstGeom>
          <a:gradFill flip="none" rotWithShape="1">
            <a:gsLst>
              <a:gs pos="57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DFB8E04-B672-9BB2-D3DC-EBA9DB4B7AED}"/>
              </a:ext>
            </a:extLst>
          </p:cNvPr>
          <p:cNvSpPr txBox="1">
            <a:spLocks/>
          </p:cNvSpPr>
          <p:nvPr/>
        </p:nvSpPr>
        <p:spPr>
          <a:xfrm>
            <a:off x="609600" y="1823781"/>
            <a:ext cx="3450057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9869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7844-4D97-3C0C-A516-ED2FAF34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7472AD-9D4D-0D13-CE1A-CB224669B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25</a:t>
            </a:fld>
            <a:endParaRPr lang="x-non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F2F53D0-970F-A1CD-6296-4A0A3F2BFB9C}"/>
              </a:ext>
            </a:extLst>
          </p:cNvPr>
          <p:cNvSpPr txBox="1">
            <a:spLocks/>
          </p:cNvSpPr>
          <p:nvPr/>
        </p:nvSpPr>
        <p:spPr>
          <a:xfrm>
            <a:off x="8138968" y="4766893"/>
            <a:ext cx="1003481" cy="5955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x-none" sz="4000" dirty="0">
                <a:solidFill>
                  <a:srgbClr val="F37121"/>
                </a:solidFill>
                <a:latin typeface="BR Omega VN" pitchFamily="2" charset="77"/>
              </a:rPr>
              <a:t>0</a:t>
            </a:r>
            <a:r>
              <a:rPr lang="en-US" sz="4000" dirty="0">
                <a:solidFill>
                  <a:srgbClr val="F37121"/>
                </a:solidFill>
                <a:latin typeface="BR Omega VN" pitchFamily="2" charset="77"/>
              </a:rPr>
              <a:t>6</a:t>
            </a:r>
            <a:r>
              <a:rPr lang="x-none" sz="4000" dirty="0">
                <a:solidFill>
                  <a:srgbClr val="F37121"/>
                </a:solidFill>
                <a:latin typeface="BR Omega VN" pitchFamily="2" charset="77"/>
              </a:rPr>
              <a:t>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BBC8D1-047D-B306-0F23-37F668C5FE90}"/>
              </a:ext>
            </a:extLst>
          </p:cNvPr>
          <p:cNvSpPr txBox="1">
            <a:spLocks/>
          </p:cNvSpPr>
          <p:nvPr/>
        </p:nvSpPr>
        <p:spPr>
          <a:xfrm>
            <a:off x="9037952" y="4812600"/>
            <a:ext cx="1003482" cy="5041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accent5">
                    <a:lumMod val="75000"/>
                    <a:lumOff val="25000"/>
                  </a:schemeClr>
                </a:solidFill>
                <a:latin typeface="BR Omega VN" pitchFamily="2" charset="77"/>
              </a:rPr>
              <a:t>The title is here</a:t>
            </a:r>
            <a:endParaRPr lang="x-none" sz="1600" b="0" dirty="0">
              <a:solidFill>
                <a:schemeClr val="accent5">
                  <a:lumMod val="75000"/>
                  <a:lumOff val="25000"/>
                </a:schemeClr>
              </a:solidFill>
              <a:latin typeface="BR Omega VN" pitchFamily="2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56AE2D-EBE2-4017-FB47-122A56D138A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1396" y="1760824"/>
            <a:ext cx="713336" cy="7133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42520C-4D23-5652-4859-9AAC2621CDA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8566" y="1742103"/>
            <a:ext cx="715345" cy="7133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1FE5E7-063D-AFA5-13C0-91DB23B7449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0983" y="1811533"/>
            <a:ext cx="713336" cy="7133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2AF939-6669-6766-40FD-CC76207996D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8544" y="4103467"/>
            <a:ext cx="715345" cy="713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F53702-2E27-9BA2-10F1-8EF1ECF5EBE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0983" y="4051548"/>
            <a:ext cx="713336" cy="7153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40AF89-F02D-DBBB-548F-2E2F1B2C99D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4435" y="4032251"/>
            <a:ext cx="713336" cy="71534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4A35FDAE-A33E-3D07-C568-7ED4E93351EA}"/>
              </a:ext>
            </a:extLst>
          </p:cNvPr>
          <p:cNvSpPr txBox="1">
            <a:spLocks/>
          </p:cNvSpPr>
          <p:nvPr/>
        </p:nvSpPr>
        <p:spPr>
          <a:xfrm>
            <a:off x="8138968" y="2542012"/>
            <a:ext cx="1003481" cy="5955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0</a:t>
            </a:r>
            <a:r>
              <a:rPr lang="en-US" sz="4000" dirty="0">
                <a:solidFill>
                  <a:srgbClr val="F37121"/>
                </a:solidFill>
                <a:latin typeface="BR Omega VN" pitchFamily="2" charset="77"/>
              </a:rPr>
              <a:t>3</a:t>
            </a:r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.</a:t>
            </a:r>
            <a:endParaRPr lang="x-none" sz="4000" dirty="0">
              <a:solidFill>
                <a:srgbClr val="F37121"/>
              </a:solidFill>
              <a:latin typeface="BR Omega VN" pitchFamily="2" charset="77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729E075-B28A-61A2-7408-7CA52F58E117}"/>
              </a:ext>
            </a:extLst>
          </p:cNvPr>
          <p:cNvSpPr txBox="1">
            <a:spLocks/>
          </p:cNvSpPr>
          <p:nvPr/>
        </p:nvSpPr>
        <p:spPr>
          <a:xfrm>
            <a:off x="9037952" y="2587719"/>
            <a:ext cx="1003482" cy="5041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accent5">
                    <a:lumMod val="75000"/>
                    <a:lumOff val="25000"/>
                  </a:schemeClr>
                </a:solidFill>
                <a:latin typeface="BR Omega VN" pitchFamily="2" charset="77"/>
              </a:rPr>
              <a:t>The title is here</a:t>
            </a:r>
            <a:endParaRPr lang="x-none" sz="1600" b="0" dirty="0">
              <a:solidFill>
                <a:schemeClr val="accent5">
                  <a:lumMod val="75000"/>
                  <a:lumOff val="25000"/>
                </a:schemeClr>
              </a:solidFill>
              <a:latin typeface="BR Omega VN" pitchFamily="2" charset="77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F6D81B9-FEE5-C998-276B-F1E1D1ED96E5}"/>
              </a:ext>
            </a:extLst>
          </p:cNvPr>
          <p:cNvSpPr txBox="1">
            <a:spLocks/>
          </p:cNvSpPr>
          <p:nvPr/>
        </p:nvSpPr>
        <p:spPr>
          <a:xfrm>
            <a:off x="4868682" y="4766893"/>
            <a:ext cx="1003481" cy="5955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0</a:t>
            </a:r>
            <a:r>
              <a:rPr lang="en-US" sz="4000" dirty="0">
                <a:solidFill>
                  <a:srgbClr val="F37121"/>
                </a:solidFill>
                <a:latin typeface="BR Omega VN" pitchFamily="2" charset="77"/>
              </a:rPr>
              <a:t>5</a:t>
            </a:r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.</a:t>
            </a:r>
            <a:endParaRPr lang="x-none" sz="4000" dirty="0">
              <a:solidFill>
                <a:srgbClr val="F37121"/>
              </a:solidFill>
              <a:latin typeface="BR Omega VN" pitchFamily="2" charset="77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B7EA7D1-C00A-0235-CE49-0D6931EB66EF}"/>
              </a:ext>
            </a:extLst>
          </p:cNvPr>
          <p:cNvSpPr txBox="1">
            <a:spLocks/>
          </p:cNvSpPr>
          <p:nvPr/>
        </p:nvSpPr>
        <p:spPr>
          <a:xfrm>
            <a:off x="5767666" y="4812600"/>
            <a:ext cx="1003482" cy="5041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accent5">
                    <a:lumMod val="75000"/>
                    <a:lumOff val="25000"/>
                  </a:schemeClr>
                </a:solidFill>
                <a:latin typeface="BR Omega VN" pitchFamily="2" charset="77"/>
              </a:rPr>
              <a:t>The title is here</a:t>
            </a:r>
            <a:endParaRPr lang="x-none" sz="1600" b="0" dirty="0">
              <a:solidFill>
                <a:schemeClr val="accent5">
                  <a:lumMod val="75000"/>
                  <a:lumOff val="25000"/>
                </a:schemeClr>
              </a:solidFill>
              <a:latin typeface="BR Omega VN" pitchFamily="2" charset="77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B42C800-320C-EB0D-CDC4-4A0899BF9D51}"/>
              </a:ext>
            </a:extLst>
          </p:cNvPr>
          <p:cNvSpPr txBox="1">
            <a:spLocks/>
          </p:cNvSpPr>
          <p:nvPr/>
        </p:nvSpPr>
        <p:spPr>
          <a:xfrm>
            <a:off x="4868682" y="2542012"/>
            <a:ext cx="1003481" cy="5955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0</a:t>
            </a:r>
            <a:r>
              <a:rPr lang="en-US" sz="4000" dirty="0">
                <a:solidFill>
                  <a:srgbClr val="F37121"/>
                </a:solidFill>
                <a:latin typeface="BR Omega VN" pitchFamily="2" charset="77"/>
              </a:rPr>
              <a:t>2</a:t>
            </a:r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.</a:t>
            </a:r>
            <a:endParaRPr lang="x-none" sz="4000" dirty="0">
              <a:solidFill>
                <a:srgbClr val="F37121"/>
              </a:solidFill>
              <a:latin typeface="BR Omega VN" pitchFamily="2" charset="77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F5753FA-F668-68E5-8419-3C21ED1BBA9D}"/>
              </a:ext>
            </a:extLst>
          </p:cNvPr>
          <p:cNvSpPr txBox="1">
            <a:spLocks/>
          </p:cNvSpPr>
          <p:nvPr/>
        </p:nvSpPr>
        <p:spPr>
          <a:xfrm>
            <a:off x="5767666" y="2587719"/>
            <a:ext cx="1003482" cy="5041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accent5">
                    <a:lumMod val="75000"/>
                    <a:lumOff val="25000"/>
                  </a:schemeClr>
                </a:solidFill>
                <a:latin typeface="BR Omega VN" pitchFamily="2" charset="77"/>
              </a:rPr>
              <a:t>The title is here</a:t>
            </a:r>
            <a:endParaRPr lang="x-none" sz="1600" b="0" dirty="0">
              <a:solidFill>
                <a:schemeClr val="accent5">
                  <a:lumMod val="75000"/>
                  <a:lumOff val="25000"/>
                </a:schemeClr>
              </a:solidFill>
              <a:latin typeface="BR Omega VN" pitchFamily="2" charset="77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0736E0A-5EDA-08D6-F75E-16F2AEAA60BE}"/>
              </a:ext>
            </a:extLst>
          </p:cNvPr>
          <p:cNvSpPr txBox="1">
            <a:spLocks/>
          </p:cNvSpPr>
          <p:nvPr/>
        </p:nvSpPr>
        <p:spPr>
          <a:xfrm>
            <a:off x="1815120" y="4766893"/>
            <a:ext cx="1003481" cy="5955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0</a:t>
            </a:r>
            <a:r>
              <a:rPr lang="en-US" sz="4000" dirty="0">
                <a:solidFill>
                  <a:srgbClr val="F37121"/>
                </a:solidFill>
                <a:latin typeface="BR Omega VN" pitchFamily="2" charset="77"/>
              </a:rPr>
              <a:t>4</a:t>
            </a:r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.</a:t>
            </a:r>
            <a:endParaRPr lang="x-none" sz="4000" dirty="0">
              <a:solidFill>
                <a:srgbClr val="F37121"/>
              </a:solidFill>
              <a:latin typeface="BR Omega VN" pitchFamily="2" charset="77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EEE5496-36D3-3924-BC8D-501350308476}"/>
              </a:ext>
            </a:extLst>
          </p:cNvPr>
          <p:cNvSpPr txBox="1">
            <a:spLocks/>
          </p:cNvSpPr>
          <p:nvPr/>
        </p:nvSpPr>
        <p:spPr>
          <a:xfrm>
            <a:off x="2714104" y="4812600"/>
            <a:ext cx="1003482" cy="5041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accent5">
                    <a:lumMod val="75000"/>
                    <a:lumOff val="25000"/>
                  </a:schemeClr>
                </a:solidFill>
                <a:latin typeface="BR Omega VN" pitchFamily="2" charset="77"/>
              </a:rPr>
              <a:t>The title is here</a:t>
            </a:r>
            <a:endParaRPr lang="x-none" sz="1600" b="0" dirty="0">
              <a:solidFill>
                <a:schemeClr val="accent5">
                  <a:lumMod val="75000"/>
                  <a:lumOff val="25000"/>
                </a:schemeClr>
              </a:solidFill>
              <a:latin typeface="BR Omega VN" pitchFamily="2" charset="77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B3E1DA4-EDCF-5DEB-11F5-0E9C56829CFA}"/>
              </a:ext>
            </a:extLst>
          </p:cNvPr>
          <p:cNvSpPr txBox="1">
            <a:spLocks/>
          </p:cNvSpPr>
          <p:nvPr/>
        </p:nvSpPr>
        <p:spPr>
          <a:xfrm>
            <a:off x="1815120" y="2542012"/>
            <a:ext cx="1003481" cy="5955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0</a:t>
            </a:r>
            <a:r>
              <a:rPr lang="en-US" sz="4000" dirty="0">
                <a:solidFill>
                  <a:srgbClr val="F37121"/>
                </a:solidFill>
                <a:latin typeface="BR Omega VN" pitchFamily="2" charset="77"/>
              </a:rPr>
              <a:t>1</a:t>
            </a:r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.</a:t>
            </a:r>
            <a:endParaRPr lang="x-none" sz="4000" dirty="0">
              <a:solidFill>
                <a:srgbClr val="F37121"/>
              </a:solidFill>
              <a:latin typeface="BR Omega VN" pitchFamily="2" charset="77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D3B9D62A-0612-0E7C-9BCC-EB5498A60E61}"/>
              </a:ext>
            </a:extLst>
          </p:cNvPr>
          <p:cNvSpPr txBox="1">
            <a:spLocks/>
          </p:cNvSpPr>
          <p:nvPr/>
        </p:nvSpPr>
        <p:spPr>
          <a:xfrm>
            <a:off x="2714104" y="2587719"/>
            <a:ext cx="1003482" cy="5041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accent5">
                    <a:lumMod val="75000"/>
                    <a:lumOff val="25000"/>
                  </a:schemeClr>
                </a:solidFill>
                <a:latin typeface="BR Omega VN" pitchFamily="2" charset="77"/>
              </a:rPr>
              <a:t>The title is here</a:t>
            </a:r>
            <a:endParaRPr lang="x-none" sz="1600" b="0" dirty="0">
              <a:solidFill>
                <a:schemeClr val="accent5">
                  <a:lumMod val="75000"/>
                  <a:lumOff val="25000"/>
                </a:schemeClr>
              </a:solidFill>
              <a:latin typeface="BR Omega V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86095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7844-4D97-3C0C-A516-ED2FAF34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7472AD-9D4D-0D13-CE1A-CB224669B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26</a:t>
            </a:fld>
            <a:endParaRPr lang="x-none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65F8462-9C6C-F46F-B270-F28629E675FB}"/>
              </a:ext>
            </a:extLst>
          </p:cNvPr>
          <p:cNvSpPr txBox="1">
            <a:spLocks/>
          </p:cNvSpPr>
          <p:nvPr/>
        </p:nvSpPr>
        <p:spPr>
          <a:xfrm>
            <a:off x="914903" y="1840073"/>
            <a:ext cx="3703608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7EEF0-FF85-CE26-675C-07E455530E2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93435" y="965200"/>
            <a:ext cx="6498566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43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FFF27-CAFD-544B-9F65-77BD6444C89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08360"/>
            <a:ext cx="10594340" cy="594964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40DB50E-CE16-2343-AA1F-0D9B7B442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74" name="Title 1">
            <a:extLst>
              <a:ext uri="{FF2B5EF4-FFF2-40B4-BE49-F238E27FC236}">
                <a16:creationId xmlns:a16="http://schemas.microsoft.com/office/drawing/2014/main" id="{1C964D45-7599-41D2-B3CE-123D6AC2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SG" sz="2800" b="1" dirty="0">
                <a:solidFill>
                  <a:srgbClr val="33B2C1"/>
                </a:solidFill>
                <a:latin typeface="BR Omega VN" pitchFamily="2" charset="77"/>
              </a:rPr>
              <a:t>YOUR TITLE </a:t>
            </a:r>
            <a:r>
              <a:rPr lang="en-SG" sz="2800" b="1" dirty="0">
                <a:solidFill>
                  <a:schemeClr val="bg1"/>
                </a:solidFill>
                <a:latin typeface="BR Omega VN" pitchFamily="2" charset="77"/>
              </a:rPr>
              <a:t>IS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4B52D-DD4E-DE42-BBF9-5F931C18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27</a:t>
            </a:fld>
            <a:endParaRPr lang="x-none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9EE11F5-2ED5-C342-8444-99494C5A96F5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2D97DF2-F492-2141-9F75-95E01ADBD2E2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0CB8DFC-8EAD-7146-9DA2-DCE69E9D8A3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188E7A0-5D28-C24B-8977-5C0BED8C3B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50812C-61EE-F94F-9165-8D99B7B2BD81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1BB22BE-C1D9-FB48-AF8B-7D2B244C7D9E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6DCD82-D93D-EC40-9EDE-91FB9A8A9EB4}"/>
              </a:ext>
            </a:extLst>
          </p:cNvPr>
          <p:cNvSpPr/>
          <p:nvPr/>
        </p:nvSpPr>
        <p:spPr>
          <a:xfrm rot="10800000">
            <a:off x="4633733" y="971952"/>
            <a:ext cx="7558267" cy="5892800"/>
          </a:xfrm>
          <a:prstGeom prst="rect">
            <a:avLst/>
          </a:prstGeom>
          <a:gradFill flip="none" rotWithShape="1">
            <a:gsLst>
              <a:gs pos="57000">
                <a:srgbClr val="19226D"/>
              </a:gs>
              <a:gs pos="100000">
                <a:srgbClr val="034EA2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8328A761-9FB9-E744-B6AB-D407612EA235}"/>
              </a:ext>
            </a:extLst>
          </p:cNvPr>
          <p:cNvSpPr txBox="1">
            <a:spLocks/>
          </p:cNvSpPr>
          <p:nvPr/>
        </p:nvSpPr>
        <p:spPr>
          <a:xfrm>
            <a:off x="7511970" y="1910396"/>
            <a:ext cx="3988360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8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8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8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8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8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8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8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8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8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8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8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8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63783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40DB50E-CE16-2343-AA1F-0D9B7B442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74" name="Title 1">
            <a:extLst>
              <a:ext uri="{FF2B5EF4-FFF2-40B4-BE49-F238E27FC236}">
                <a16:creationId xmlns:a16="http://schemas.microsoft.com/office/drawing/2014/main" id="{1C964D45-7599-41D2-B3CE-123D6AC2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SG" sz="2800" b="1" dirty="0">
                <a:solidFill>
                  <a:srgbClr val="F37121"/>
                </a:solidFill>
                <a:latin typeface="BR Omega VN" pitchFamily="2" charset="77"/>
              </a:rPr>
              <a:t>YOUR TITLE </a:t>
            </a:r>
            <a:r>
              <a:rPr lang="en-SG" sz="2800" b="1" dirty="0">
                <a:solidFill>
                  <a:schemeClr val="bg1"/>
                </a:solidFill>
                <a:latin typeface="BR Omega VN" pitchFamily="2" charset="77"/>
              </a:rPr>
              <a:t>IS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C31DB-F6B7-5240-891B-E54A82899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28</a:t>
            </a:fld>
            <a:endParaRPr lang="x-none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9EE11F5-2ED5-C342-8444-99494C5A96F5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2D97DF2-F492-2141-9F75-95E01ADBD2E2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0CB8DFC-8EAD-7146-9DA2-DCE69E9D8A3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188E7A0-5D28-C24B-8977-5C0BED8C3B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50812C-61EE-F94F-9165-8D99B7B2BD81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1BB22BE-C1D9-FB48-AF8B-7D2B244C7D9E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8328A761-9FB9-E744-B6AB-D407612EA235}"/>
              </a:ext>
            </a:extLst>
          </p:cNvPr>
          <p:cNvSpPr txBox="1">
            <a:spLocks/>
          </p:cNvSpPr>
          <p:nvPr/>
        </p:nvSpPr>
        <p:spPr>
          <a:xfrm>
            <a:off x="4351830" y="2443920"/>
            <a:ext cx="3348686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D4A9278-0B6E-4247-81FA-B81F45BA92FC}"/>
              </a:ext>
            </a:extLst>
          </p:cNvPr>
          <p:cNvSpPr txBox="1">
            <a:spLocks/>
          </p:cNvSpPr>
          <p:nvPr/>
        </p:nvSpPr>
        <p:spPr>
          <a:xfrm>
            <a:off x="609599" y="2442599"/>
            <a:ext cx="3348686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3F66891-A964-514D-BBB3-131C804DDDFF}"/>
              </a:ext>
            </a:extLst>
          </p:cNvPr>
          <p:cNvSpPr txBox="1">
            <a:spLocks/>
          </p:cNvSpPr>
          <p:nvPr/>
        </p:nvSpPr>
        <p:spPr>
          <a:xfrm>
            <a:off x="8173330" y="2442598"/>
            <a:ext cx="3348686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2E5AD2-5A17-3C46-9C46-A286567B65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8619" y="1515118"/>
            <a:ext cx="965199" cy="9651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A25625-2165-154B-8A98-CCA8340D830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6388" y="1482975"/>
            <a:ext cx="965199" cy="9651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27A4C8-4EFD-9C40-89C9-05FCCB89236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99" y="1496542"/>
            <a:ext cx="844269" cy="84426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5C53628-494D-3441-A03B-3116E0420D32}"/>
              </a:ext>
            </a:extLst>
          </p:cNvPr>
          <p:cNvSpPr/>
          <p:nvPr/>
        </p:nvSpPr>
        <p:spPr>
          <a:xfrm>
            <a:off x="1289074" y="1912768"/>
            <a:ext cx="478703" cy="478703"/>
          </a:xfrm>
          <a:prstGeom prst="ellipse">
            <a:avLst/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VN" sz="2000" b="1" dirty="0">
                <a:latin typeface="BR Omega VN" pitchFamily="2" charset="77"/>
              </a:rPr>
              <a:t>01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AB84A6-9ADF-004A-8D59-B10D45E7AECF}"/>
              </a:ext>
            </a:extLst>
          </p:cNvPr>
          <p:cNvSpPr/>
          <p:nvPr/>
        </p:nvSpPr>
        <p:spPr>
          <a:xfrm>
            <a:off x="5152235" y="1866800"/>
            <a:ext cx="478703" cy="478703"/>
          </a:xfrm>
          <a:prstGeom prst="ellipse">
            <a:avLst/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VN" sz="2000" b="1" dirty="0">
                <a:latin typeface="BR Omega VN" pitchFamily="2" charset="77"/>
              </a:rPr>
              <a:t>02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4EEA1DF-749E-384F-BB38-F51BFAF7169D}"/>
              </a:ext>
            </a:extLst>
          </p:cNvPr>
          <p:cNvSpPr/>
          <p:nvPr/>
        </p:nvSpPr>
        <p:spPr>
          <a:xfrm>
            <a:off x="8986437" y="1866800"/>
            <a:ext cx="478703" cy="478703"/>
          </a:xfrm>
          <a:prstGeom prst="ellipse">
            <a:avLst/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VN" sz="2000" b="1" dirty="0">
                <a:latin typeface="BR Omega VN" pitchFamily="2" charset="77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32894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AF2D-C88E-10C1-965E-ADAC8750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BF1D31-0318-951C-312F-FF81F372F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29</a:t>
            </a:fld>
            <a:endParaRPr lang="x-none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480BEEE-FA8A-AD09-8935-28645978DD4C}"/>
              </a:ext>
            </a:extLst>
          </p:cNvPr>
          <p:cNvSpPr txBox="1">
            <a:spLocks/>
          </p:cNvSpPr>
          <p:nvPr/>
        </p:nvSpPr>
        <p:spPr>
          <a:xfrm>
            <a:off x="3929136" y="1805567"/>
            <a:ext cx="2954743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71ACFB-A7B1-5B19-7C4C-C07FF027B832}"/>
              </a:ext>
            </a:extLst>
          </p:cNvPr>
          <p:cNvSpPr txBox="1">
            <a:spLocks/>
          </p:cNvSpPr>
          <p:nvPr/>
        </p:nvSpPr>
        <p:spPr>
          <a:xfrm>
            <a:off x="609599" y="1804244"/>
            <a:ext cx="2954743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246D70-A824-CBBC-E3D5-87C0FBB6EC5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5707" y="1742367"/>
            <a:ext cx="4264325" cy="418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18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AD9EEF5E-B053-124D-85D8-1BEA46F6BD1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6792" y="1388533"/>
            <a:ext cx="8578158" cy="4853946"/>
          </a:xfrm>
          <a:prstGeom prst="rect">
            <a:avLst/>
          </a:prstGeom>
        </p:spPr>
      </p:pic>
      <p:cxnSp>
        <p:nvCxnSpPr>
          <p:cNvPr id="1006" name="Straight Connector 1005"/>
          <p:cNvCxnSpPr/>
          <p:nvPr/>
        </p:nvCxnSpPr>
        <p:spPr>
          <a:xfrm flipV="1">
            <a:off x="2994747" y="3634963"/>
            <a:ext cx="0" cy="1738759"/>
          </a:xfrm>
          <a:prstGeom prst="line">
            <a:avLst/>
          </a:prstGeom>
          <a:ln w="12700">
            <a:solidFill>
              <a:srgbClr val="33B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Straight Connector 1000"/>
          <p:cNvCxnSpPr>
            <a:endCxn id="1017" idx="4"/>
          </p:cNvCxnSpPr>
          <p:nvPr/>
        </p:nvCxnSpPr>
        <p:spPr>
          <a:xfrm flipH="1" flipV="1">
            <a:off x="1408375" y="1550425"/>
            <a:ext cx="2997" cy="3823296"/>
          </a:xfrm>
          <a:prstGeom prst="line">
            <a:avLst/>
          </a:prstGeom>
          <a:ln w="12700">
            <a:solidFill>
              <a:srgbClr val="33B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3" name="Straight Connector 1002"/>
          <p:cNvCxnSpPr>
            <a:endCxn id="1018" idx="4"/>
          </p:cNvCxnSpPr>
          <p:nvPr/>
        </p:nvCxnSpPr>
        <p:spPr>
          <a:xfrm flipV="1">
            <a:off x="1807215" y="2078419"/>
            <a:ext cx="2754" cy="3295302"/>
          </a:xfrm>
          <a:prstGeom prst="line">
            <a:avLst/>
          </a:prstGeom>
          <a:ln w="12700">
            <a:solidFill>
              <a:srgbClr val="33B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4" name="Straight Connector 1003"/>
          <p:cNvCxnSpPr>
            <a:endCxn id="1019" idx="4"/>
          </p:cNvCxnSpPr>
          <p:nvPr/>
        </p:nvCxnSpPr>
        <p:spPr>
          <a:xfrm flipV="1">
            <a:off x="2203059" y="2606413"/>
            <a:ext cx="2326" cy="2767308"/>
          </a:xfrm>
          <a:prstGeom prst="line">
            <a:avLst/>
          </a:prstGeom>
          <a:ln w="12700">
            <a:solidFill>
              <a:srgbClr val="33B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5" name="Straight Connector 1004"/>
          <p:cNvCxnSpPr/>
          <p:nvPr/>
        </p:nvCxnSpPr>
        <p:spPr>
          <a:xfrm flipV="1">
            <a:off x="2598903" y="2991903"/>
            <a:ext cx="0" cy="2381818"/>
          </a:xfrm>
          <a:prstGeom prst="line">
            <a:avLst/>
          </a:prstGeom>
          <a:ln w="12700">
            <a:solidFill>
              <a:srgbClr val="33B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Connector 1025"/>
          <p:cNvCxnSpPr/>
          <p:nvPr/>
        </p:nvCxnSpPr>
        <p:spPr>
          <a:xfrm flipV="1">
            <a:off x="5108159" y="1689817"/>
            <a:ext cx="0" cy="3683904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Connector 1026"/>
          <p:cNvCxnSpPr/>
          <p:nvPr/>
        </p:nvCxnSpPr>
        <p:spPr>
          <a:xfrm flipV="1">
            <a:off x="5504003" y="2630799"/>
            <a:ext cx="2754" cy="2742923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1027"/>
          <p:cNvCxnSpPr/>
          <p:nvPr/>
        </p:nvCxnSpPr>
        <p:spPr>
          <a:xfrm flipV="1">
            <a:off x="5899847" y="3508479"/>
            <a:ext cx="0" cy="1865243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/>
          <p:cNvCxnSpPr/>
          <p:nvPr/>
        </p:nvCxnSpPr>
        <p:spPr>
          <a:xfrm flipV="1">
            <a:off x="8086492" y="1689817"/>
            <a:ext cx="0" cy="3683904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/>
          <p:cNvCxnSpPr/>
          <p:nvPr/>
        </p:nvCxnSpPr>
        <p:spPr>
          <a:xfrm flipV="1">
            <a:off x="8482336" y="2442217"/>
            <a:ext cx="0" cy="2931504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/>
          <p:cNvCxnSpPr/>
          <p:nvPr/>
        </p:nvCxnSpPr>
        <p:spPr>
          <a:xfrm flipV="1">
            <a:off x="8878180" y="3131317"/>
            <a:ext cx="0" cy="2242405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/>
          <p:cNvCxnSpPr/>
          <p:nvPr/>
        </p:nvCxnSpPr>
        <p:spPr>
          <a:xfrm flipV="1">
            <a:off x="9274024" y="3820415"/>
            <a:ext cx="0" cy="1553306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Pentagon 89">
            <a:extLst>
              <a:ext uri="{FF2B5EF4-FFF2-40B4-BE49-F238E27FC236}">
                <a16:creationId xmlns:a16="http://schemas.microsoft.com/office/drawing/2014/main" id="{54E1F234-456C-1148-A7C5-4D12F249C4DF}"/>
              </a:ext>
            </a:extLst>
          </p:cNvPr>
          <p:cNvSpPr/>
          <p:nvPr/>
        </p:nvSpPr>
        <p:spPr>
          <a:xfrm>
            <a:off x="7788795" y="5337545"/>
            <a:ext cx="3559423" cy="598107"/>
          </a:xfrm>
          <a:prstGeom prst="homePlate">
            <a:avLst/>
          </a:prstGeom>
          <a:solidFill>
            <a:srgbClr val="19226D"/>
          </a:solidFill>
          <a:ln w="25400"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9" name="Pentagon 88">
            <a:extLst>
              <a:ext uri="{FF2B5EF4-FFF2-40B4-BE49-F238E27FC236}">
                <a16:creationId xmlns:a16="http://schemas.microsoft.com/office/drawing/2014/main" id="{61AC35DA-DAC9-9C4D-8375-4C92D80C63BE}"/>
              </a:ext>
            </a:extLst>
          </p:cNvPr>
          <p:cNvSpPr/>
          <p:nvPr/>
        </p:nvSpPr>
        <p:spPr>
          <a:xfrm>
            <a:off x="4163305" y="5337915"/>
            <a:ext cx="3996848" cy="598107"/>
          </a:xfrm>
          <a:prstGeom prst="homePlate">
            <a:avLst/>
          </a:prstGeom>
          <a:solidFill>
            <a:srgbClr val="034EA2"/>
          </a:solidFill>
          <a:ln w="25400"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6AAD5A6E-0F20-E24F-81D4-6CE1371EB996}"/>
              </a:ext>
            </a:extLst>
          </p:cNvPr>
          <p:cNvSpPr/>
          <p:nvPr/>
        </p:nvSpPr>
        <p:spPr>
          <a:xfrm>
            <a:off x="778934" y="5335798"/>
            <a:ext cx="3828636" cy="598107"/>
          </a:xfrm>
          <a:prstGeom prst="homePlate">
            <a:avLst/>
          </a:prstGeom>
          <a:solidFill>
            <a:srgbClr val="33B2C1"/>
          </a:solidFill>
          <a:ln w="25400"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17" name="Oval 1016"/>
          <p:cNvSpPr/>
          <p:nvPr/>
        </p:nvSpPr>
        <p:spPr>
          <a:xfrm>
            <a:off x="1265870" y="1265417"/>
            <a:ext cx="285008" cy="285008"/>
          </a:xfrm>
          <a:prstGeom prst="ellipse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18" name="Oval 1017"/>
          <p:cNvSpPr/>
          <p:nvPr/>
        </p:nvSpPr>
        <p:spPr>
          <a:xfrm>
            <a:off x="1667465" y="1793411"/>
            <a:ext cx="285008" cy="285008"/>
          </a:xfrm>
          <a:prstGeom prst="ellipse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19" name="Oval 1018"/>
          <p:cNvSpPr/>
          <p:nvPr/>
        </p:nvSpPr>
        <p:spPr>
          <a:xfrm>
            <a:off x="2062881" y="2321405"/>
            <a:ext cx="285008" cy="285008"/>
          </a:xfrm>
          <a:prstGeom prst="ellipse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20" name="Oval 1019"/>
          <p:cNvSpPr/>
          <p:nvPr/>
        </p:nvSpPr>
        <p:spPr>
          <a:xfrm>
            <a:off x="2458297" y="2849399"/>
            <a:ext cx="285008" cy="285008"/>
          </a:xfrm>
          <a:prstGeom prst="ellipse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21" name="Oval 1020"/>
          <p:cNvSpPr/>
          <p:nvPr/>
        </p:nvSpPr>
        <p:spPr>
          <a:xfrm>
            <a:off x="2853712" y="3377393"/>
            <a:ext cx="285008" cy="285008"/>
          </a:xfrm>
          <a:prstGeom prst="ellipse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0" name="Oval 1029"/>
          <p:cNvSpPr/>
          <p:nvPr/>
        </p:nvSpPr>
        <p:spPr>
          <a:xfrm>
            <a:off x="4962658" y="1610614"/>
            <a:ext cx="285008" cy="285008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1" name="Oval 1030"/>
          <p:cNvSpPr/>
          <p:nvPr/>
        </p:nvSpPr>
        <p:spPr>
          <a:xfrm>
            <a:off x="5364253" y="2488294"/>
            <a:ext cx="285008" cy="285008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2" name="Oval 1031"/>
          <p:cNvSpPr/>
          <p:nvPr/>
        </p:nvSpPr>
        <p:spPr>
          <a:xfrm>
            <a:off x="5759669" y="3365974"/>
            <a:ext cx="285008" cy="285008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9" name="Oval 1038"/>
          <p:cNvSpPr/>
          <p:nvPr/>
        </p:nvSpPr>
        <p:spPr>
          <a:xfrm>
            <a:off x="7954054" y="1610614"/>
            <a:ext cx="285008" cy="285008"/>
          </a:xfrm>
          <a:prstGeom prst="ellipse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40" name="Oval 1039"/>
          <p:cNvSpPr/>
          <p:nvPr/>
        </p:nvSpPr>
        <p:spPr>
          <a:xfrm>
            <a:off x="8342586" y="2299713"/>
            <a:ext cx="285008" cy="285008"/>
          </a:xfrm>
          <a:prstGeom prst="ellipse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41" name="Oval 1040"/>
          <p:cNvSpPr/>
          <p:nvPr/>
        </p:nvSpPr>
        <p:spPr>
          <a:xfrm>
            <a:off x="8738002" y="2988812"/>
            <a:ext cx="285008" cy="285008"/>
          </a:xfrm>
          <a:prstGeom prst="ellipse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42" name="Oval 1041"/>
          <p:cNvSpPr/>
          <p:nvPr/>
        </p:nvSpPr>
        <p:spPr>
          <a:xfrm>
            <a:off x="9133418" y="3677911"/>
            <a:ext cx="285008" cy="285008"/>
          </a:xfrm>
          <a:prstGeom prst="ellipse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92" name="TextBox 991"/>
          <p:cNvSpPr txBox="1"/>
          <p:nvPr/>
        </p:nvSpPr>
        <p:spPr>
          <a:xfrm>
            <a:off x="2157495" y="5464868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987"/>
            <a:r>
              <a:rPr lang="en-IN" b="1" dirty="0">
                <a:solidFill>
                  <a:prstClr val="white"/>
                </a:solidFill>
                <a:latin typeface="BR Omega VN" pitchFamily="2" charset="77"/>
                <a:cs typeface="Arial" pitchFamily="34" charset="0"/>
              </a:rPr>
              <a:t>STAGE 1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5578752" y="5450185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987"/>
            <a:r>
              <a:rPr lang="en-IN" b="1" dirty="0">
                <a:solidFill>
                  <a:prstClr val="white"/>
                </a:solidFill>
                <a:latin typeface="BR Omega VN" pitchFamily="2" charset="77"/>
                <a:cs typeface="Arial" pitchFamily="34" charset="0"/>
              </a:rPr>
              <a:t>STAGE 2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8932866" y="5470987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987"/>
            <a:r>
              <a:rPr lang="en-IN" b="1" dirty="0">
                <a:solidFill>
                  <a:prstClr val="white"/>
                </a:solidFill>
                <a:latin typeface="BR Omega VN" pitchFamily="2" charset="77"/>
                <a:cs typeface="Arial" pitchFamily="34" charset="0"/>
              </a:rPr>
              <a:t>STAGE 3</a:t>
            </a:r>
          </a:p>
        </p:txBody>
      </p:sp>
      <p:sp>
        <p:nvSpPr>
          <p:cNvPr id="1043" name="Rectangle 1042"/>
          <p:cNvSpPr/>
          <p:nvPr/>
        </p:nvSpPr>
        <p:spPr>
          <a:xfrm>
            <a:off x="1639353" y="1192478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50" name="Rectangle 1049"/>
          <p:cNvSpPr/>
          <p:nvPr/>
        </p:nvSpPr>
        <p:spPr>
          <a:xfrm>
            <a:off x="2070428" y="1757490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51" name="Rectangle 1050"/>
          <p:cNvSpPr/>
          <p:nvPr/>
        </p:nvSpPr>
        <p:spPr>
          <a:xfrm>
            <a:off x="2527628" y="2272052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52" name="Rectangle 1051"/>
          <p:cNvSpPr/>
          <p:nvPr/>
        </p:nvSpPr>
        <p:spPr>
          <a:xfrm>
            <a:off x="2883692" y="2806440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53" name="Rectangle 1052"/>
          <p:cNvSpPr/>
          <p:nvPr/>
        </p:nvSpPr>
        <p:spPr>
          <a:xfrm>
            <a:off x="3229169" y="3328474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64" name="Rectangle 1063"/>
          <p:cNvSpPr/>
          <p:nvPr/>
        </p:nvSpPr>
        <p:spPr>
          <a:xfrm>
            <a:off x="5323079" y="1550426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65" name="Rectangle 1064"/>
          <p:cNvSpPr/>
          <p:nvPr/>
        </p:nvSpPr>
        <p:spPr>
          <a:xfrm>
            <a:off x="5767216" y="2438701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66" name="Rectangle 1065"/>
          <p:cNvSpPr/>
          <p:nvPr/>
        </p:nvSpPr>
        <p:spPr>
          <a:xfrm>
            <a:off x="6119914" y="3287786"/>
            <a:ext cx="155615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8340599" y="1498175"/>
            <a:ext cx="21437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68" name="Rectangle 1067"/>
          <p:cNvSpPr/>
          <p:nvPr/>
        </p:nvSpPr>
        <p:spPr>
          <a:xfrm>
            <a:off x="8758610" y="2242758"/>
            <a:ext cx="21437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9176622" y="2908964"/>
            <a:ext cx="21437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70" name="Rectangle 1069"/>
          <p:cNvSpPr/>
          <p:nvPr/>
        </p:nvSpPr>
        <p:spPr>
          <a:xfrm>
            <a:off x="9568507" y="3614357"/>
            <a:ext cx="174396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84" name="TextBox 1083"/>
          <p:cNvSpPr txBox="1"/>
          <p:nvPr/>
        </p:nvSpPr>
        <p:spPr>
          <a:xfrm>
            <a:off x="2313150" y="5999735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8987"/>
            <a:r>
              <a:rPr lang="en-I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 year</a:t>
            </a:r>
          </a:p>
        </p:txBody>
      </p:sp>
      <p:sp>
        <p:nvSpPr>
          <p:cNvPr id="1085" name="TextBox 1084"/>
          <p:cNvSpPr txBox="1"/>
          <p:nvPr/>
        </p:nvSpPr>
        <p:spPr>
          <a:xfrm>
            <a:off x="5692107" y="5980426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8987"/>
            <a:r>
              <a:rPr lang="en-I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2.5 year</a:t>
            </a:r>
          </a:p>
        </p:txBody>
      </p:sp>
      <p:sp>
        <p:nvSpPr>
          <p:cNvPr id="1086" name="TextBox 1085"/>
          <p:cNvSpPr txBox="1"/>
          <p:nvPr/>
        </p:nvSpPr>
        <p:spPr>
          <a:xfrm>
            <a:off x="9133418" y="6015046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8987"/>
            <a:r>
              <a:rPr lang="en-I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 year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122E50-3EE6-5E41-B9A7-8A4D52F7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1CBF4-4B84-5544-91EF-77058660B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4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Rectangle 1042"/>
          <p:cNvSpPr/>
          <p:nvPr/>
        </p:nvSpPr>
        <p:spPr>
          <a:xfrm>
            <a:off x="1639353" y="1192478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69DA45-4051-EC4B-B81C-604FFEF0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graphicFrame>
        <p:nvGraphicFramePr>
          <p:cNvPr id="50" name="Table 4">
            <a:extLst>
              <a:ext uri="{FF2B5EF4-FFF2-40B4-BE49-F238E27FC236}">
                <a16:creationId xmlns:a16="http://schemas.microsoft.com/office/drawing/2014/main" id="{C804F370-50D6-6843-AA38-2B9B11DF5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978015"/>
              </p:ext>
            </p:extLst>
          </p:nvPr>
        </p:nvGraphicFramePr>
        <p:xfrm>
          <a:off x="609439" y="1127639"/>
          <a:ext cx="10989888" cy="560563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915824">
                  <a:extLst>
                    <a:ext uri="{9D8B030D-6E8A-4147-A177-3AD203B41FA5}">
                      <a16:colId xmlns:a16="http://schemas.microsoft.com/office/drawing/2014/main" val="3120635935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1330314619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3777322809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180049162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2082495863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3954530733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502645419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3204385830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374070346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2339323314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2875200662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2723843654"/>
                    </a:ext>
                  </a:extLst>
                </a:gridCol>
              </a:tblGrid>
              <a:tr h="560563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2022</a:t>
                      </a:r>
                    </a:p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Jan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Feb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Mar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Apr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May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Jun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Jul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Aug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Sep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Oct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Nov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Dec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628995"/>
                  </a:ext>
                </a:extLst>
              </a:tr>
            </a:tbl>
          </a:graphicData>
        </a:graphic>
      </p:graphicFrame>
      <p:graphicFrame>
        <p:nvGraphicFramePr>
          <p:cNvPr id="51" name="Table 4">
            <a:extLst>
              <a:ext uri="{FF2B5EF4-FFF2-40B4-BE49-F238E27FC236}">
                <a16:creationId xmlns:a16="http://schemas.microsoft.com/office/drawing/2014/main" id="{9F8602B9-1E24-6D4B-AAB6-1CD18113A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069028"/>
              </p:ext>
            </p:extLst>
          </p:nvPr>
        </p:nvGraphicFramePr>
        <p:xfrm>
          <a:off x="609439" y="1847630"/>
          <a:ext cx="10989893" cy="222403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0989893">
                  <a:extLst>
                    <a:ext uri="{9D8B030D-6E8A-4147-A177-3AD203B41FA5}">
                      <a16:colId xmlns:a16="http://schemas.microsoft.com/office/drawing/2014/main" val="1152951351"/>
                    </a:ext>
                  </a:extLst>
                </a:gridCol>
              </a:tblGrid>
              <a:tr h="60206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Product 01</a:t>
                      </a:r>
                    </a:p>
                  </a:txBody>
                  <a:tcPr marL="19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494424"/>
                  </a:ext>
                </a:extLst>
              </a:tr>
              <a:tr h="405493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728218"/>
                  </a:ext>
                </a:extLst>
              </a:tr>
              <a:tr h="405493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242308"/>
                  </a:ext>
                </a:extLst>
              </a:tr>
              <a:tr h="405493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989326"/>
                  </a:ext>
                </a:extLst>
              </a:tr>
              <a:tr h="405493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693232"/>
                  </a:ext>
                </a:extLst>
              </a:tr>
            </a:tbl>
          </a:graphicData>
        </a:graphic>
      </p:graphicFrame>
      <p:graphicFrame>
        <p:nvGraphicFramePr>
          <p:cNvPr id="52" name="Table 4">
            <a:extLst>
              <a:ext uri="{FF2B5EF4-FFF2-40B4-BE49-F238E27FC236}">
                <a16:creationId xmlns:a16="http://schemas.microsoft.com/office/drawing/2014/main" id="{F4882BEA-C8D5-BC4D-B985-2DE791612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199593"/>
              </p:ext>
            </p:extLst>
          </p:nvPr>
        </p:nvGraphicFramePr>
        <p:xfrm>
          <a:off x="609439" y="4203710"/>
          <a:ext cx="10989893" cy="20108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0989893">
                  <a:extLst>
                    <a:ext uri="{9D8B030D-6E8A-4147-A177-3AD203B41FA5}">
                      <a16:colId xmlns:a16="http://schemas.microsoft.com/office/drawing/2014/main" val="1152951351"/>
                    </a:ext>
                  </a:extLst>
                </a:gridCol>
              </a:tblGrid>
              <a:tr h="54434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Product 02</a:t>
                      </a:r>
                    </a:p>
                  </a:txBody>
                  <a:tcPr marL="19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494424"/>
                  </a:ext>
                </a:extLst>
              </a:tr>
              <a:tr h="366620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728218"/>
                  </a:ext>
                </a:extLst>
              </a:tr>
              <a:tr h="366620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242308"/>
                  </a:ext>
                </a:extLst>
              </a:tr>
              <a:tr h="366620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989326"/>
                  </a:ext>
                </a:extLst>
              </a:tr>
              <a:tr h="366620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693232"/>
                  </a:ext>
                </a:extLst>
              </a:tr>
            </a:tbl>
          </a:graphicData>
        </a:graphic>
      </p:graphicFrame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65595E5D-E38C-E84F-A3FD-928BFA98FBEB}"/>
              </a:ext>
            </a:extLst>
          </p:cNvPr>
          <p:cNvSpPr/>
          <p:nvPr/>
        </p:nvSpPr>
        <p:spPr>
          <a:xfrm>
            <a:off x="702736" y="2514304"/>
            <a:ext cx="2607729" cy="279400"/>
          </a:xfrm>
          <a:prstGeom prst="round2DiagRect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69" name="Round Diagonal Corner Rectangle 68">
            <a:extLst>
              <a:ext uri="{FF2B5EF4-FFF2-40B4-BE49-F238E27FC236}">
                <a16:creationId xmlns:a16="http://schemas.microsoft.com/office/drawing/2014/main" id="{FD9079F4-F615-2E41-AA0A-449C2D983D04}"/>
              </a:ext>
            </a:extLst>
          </p:cNvPr>
          <p:cNvSpPr/>
          <p:nvPr/>
        </p:nvSpPr>
        <p:spPr>
          <a:xfrm>
            <a:off x="1507065" y="2901775"/>
            <a:ext cx="2768600" cy="279400"/>
          </a:xfrm>
          <a:prstGeom prst="round2DiagRect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0" name="Round Diagonal Corner Rectangle 69">
            <a:extLst>
              <a:ext uri="{FF2B5EF4-FFF2-40B4-BE49-F238E27FC236}">
                <a16:creationId xmlns:a16="http://schemas.microsoft.com/office/drawing/2014/main" id="{1744ACCD-FEC0-FF42-8D94-CDAB7F7C4DE1}"/>
              </a:ext>
            </a:extLst>
          </p:cNvPr>
          <p:cNvSpPr/>
          <p:nvPr/>
        </p:nvSpPr>
        <p:spPr>
          <a:xfrm>
            <a:off x="3354012" y="2504248"/>
            <a:ext cx="1773401" cy="279400"/>
          </a:xfrm>
          <a:prstGeom prst="round2Diag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1" name="Round Diagonal Corner Rectangle 70">
            <a:extLst>
              <a:ext uri="{FF2B5EF4-FFF2-40B4-BE49-F238E27FC236}">
                <a16:creationId xmlns:a16="http://schemas.microsoft.com/office/drawing/2014/main" id="{089C0E9A-EFFD-BB4B-867C-26085872BDD8}"/>
              </a:ext>
            </a:extLst>
          </p:cNvPr>
          <p:cNvSpPr/>
          <p:nvPr/>
        </p:nvSpPr>
        <p:spPr>
          <a:xfrm>
            <a:off x="3327399" y="3310929"/>
            <a:ext cx="3657591" cy="279400"/>
          </a:xfrm>
          <a:prstGeom prst="round2DiagRect">
            <a:avLst/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2" name="Round Diagonal Corner Rectangle 71">
            <a:extLst>
              <a:ext uri="{FF2B5EF4-FFF2-40B4-BE49-F238E27FC236}">
                <a16:creationId xmlns:a16="http://schemas.microsoft.com/office/drawing/2014/main" id="{83288010-15F4-D840-AFD5-77AEDF03525B}"/>
              </a:ext>
            </a:extLst>
          </p:cNvPr>
          <p:cNvSpPr/>
          <p:nvPr/>
        </p:nvSpPr>
        <p:spPr>
          <a:xfrm>
            <a:off x="5184068" y="2514304"/>
            <a:ext cx="2190399" cy="279400"/>
          </a:xfrm>
          <a:prstGeom prst="round2DiagRect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911B766-4A14-1543-824A-188368F21C60}"/>
              </a:ext>
            </a:extLst>
          </p:cNvPr>
          <p:cNvGrpSpPr/>
          <p:nvPr/>
        </p:nvGrpSpPr>
        <p:grpSpPr>
          <a:xfrm>
            <a:off x="2438937" y="1847630"/>
            <a:ext cx="2473474" cy="2205811"/>
            <a:chOff x="2422004" y="1687763"/>
            <a:chExt cx="2473474" cy="220581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AC302F1-6211-4A4F-9809-9E2B34B19964}"/>
                </a:ext>
              </a:extLst>
            </p:cNvPr>
            <p:cNvGrpSpPr/>
            <p:nvPr/>
          </p:nvGrpSpPr>
          <p:grpSpPr>
            <a:xfrm>
              <a:off x="2422004" y="1687763"/>
              <a:ext cx="2473474" cy="598238"/>
              <a:chOff x="2422004" y="1687763"/>
              <a:chExt cx="2473474" cy="598238"/>
            </a:xfrm>
          </p:grpSpPr>
          <p:sp>
            <p:nvSpPr>
              <p:cNvPr id="56" name="Rectangle: Diagonal Corners Rounded 37">
                <a:extLst>
                  <a:ext uri="{FF2B5EF4-FFF2-40B4-BE49-F238E27FC236}">
                    <a16:creationId xmlns:a16="http://schemas.microsoft.com/office/drawing/2014/main" id="{E814F877-0FE4-854E-9339-7A8EF9F17CC1}"/>
                  </a:ext>
                </a:extLst>
              </p:cNvPr>
              <p:cNvSpPr/>
              <p:nvPr/>
            </p:nvSpPr>
            <p:spPr>
              <a:xfrm>
                <a:off x="2422004" y="1687763"/>
                <a:ext cx="2473474" cy="598238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solidFill>
                <a:srgbClr val="F3712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C83D5717-BAAA-4449-A176-E824BC13139C}"/>
                  </a:ext>
                </a:extLst>
              </p:cNvPr>
              <p:cNvGrpSpPr/>
              <p:nvPr/>
            </p:nvGrpSpPr>
            <p:grpSpPr>
              <a:xfrm>
                <a:off x="2708335" y="1763850"/>
                <a:ext cx="1877197" cy="451084"/>
                <a:chOff x="2705046" y="1770428"/>
                <a:chExt cx="1877197" cy="451084"/>
              </a:xfrm>
            </p:grpSpPr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62F429FA-5731-9840-A923-AC385B3D769F}"/>
                    </a:ext>
                  </a:extLst>
                </p:cNvPr>
                <p:cNvSpPr txBox="1"/>
                <p:nvPr/>
              </p:nvSpPr>
              <p:spPr>
                <a:xfrm>
                  <a:off x="2705046" y="1770428"/>
                  <a:ext cx="1877197" cy="2429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r>
                    <a:rPr lang="en-IN" sz="1400" b="1" dirty="0">
                      <a:solidFill>
                        <a:schemeClr val="bg1"/>
                      </a:solidFill>
                    </a:rPr>
                    <a:t>Sample text</a:t>
                  </a: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CA363BE9-F6F5-F646-96F1-7ED795F343D9}"/>
                    </a:ext>
                  </a:extLst>
                </p:cNvPr>
                <p:cNvSpPr txBox="1"/>
                <p:nvPr/>
              </p:nvSpPr>
              <p:spPr>
                <a:xfrm>
                  <a:off x="2705046" y="1978564"/>
                  <a:ext cx="1877197" cy="2429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r>
                    <a:rPr lang="en-IN" sz="900" dirty="0">
                      <a:solidFill>
                        <a:schemeClr val="bg1"/>
                      </a:solidFill>
                    </a:rPr>
                    <a:t>MM/DD/YYYY</a:t>
                  </a:r>
                </a:p>
              </p:txBody>
            </p:sp>
          </p:grpSp>
        </p:grp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81A844D-027E-2849-9503-D1F1D4A07BF3}"/>
                </a:ext>
              </a:extLst>
            </p:cNvPr>
            <p:cNvCxnSpPr>
              <a:cxnSpLocks/>
            </p:cNvCxnSpPr>
            <p:nvPr/>
          </p:nvCxnSpPr>
          <p:spPr>
            <a:xfrm>
              <a:off x="2426394" y="2253343"/>
              <a:ext cx="0" cy="1640231"/>
            </a:xfrm>
            <a:prstGeom prst="line">
              <a:avLst/>
            </a:prstGeom>
            <a:ln w="12700">
              <a:solidFill>
                <a:srgbClr val="F3712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ound Diagonal Corner Rectangle 72">
            <a:extLst>
              <a:ext uri="{FF2B5EF4-FFF2-40B4-BE49-F238E27FC236}">
                <a16:creationId xmlns:a16="http://schemas.microsoft.com/office/drawing/2014/main" id="{CD037684-E81D-9747-8377-66B8DCEFB229}"/>
              </a:ext>
            </a:extLst>
          </p:cNvPr>
          <p:cNvSpPr/>
          <p:nvPr/>
        </p:nvSpPr>
        <p:spPr>
          <a:xfrm>
            <a:off x="4055536" y="4814571"/>
            <a:ext cx="2607729" cy="279400"/>
          </a:xfrm>
          <a:prstGeom prst="round2DiagRect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4" name="Round Diagonal Corner Rectangle 73">
            <a:extLst>
              <a:ext uri="{FF2B5EF4-FFF2-40B4-BE49-F238E27FC236}">
                <a16:creationId xmlns:a16="http://schemas.microsoft.com/office/drawing/2014/main" id="{CE03D1C7-0551-B349-9791-53547A84FE2A}"/>
              </a:ext>
            </a:extLst>
          </p:cNvPr>
          <p:cNvSpPr/>
          <p:nvPr/>
        </p:nvSpPr>
        <p:spPr>
          <a:xfrm>
            <a:off x="4858779" y="5169129"/>
            <a:ext cx="2768600" cy="279400"/>
          </a:xfrm>
          <a:prstGeom prst="round2DiagRect">
            <a:avLst/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5" name="Round Diagonal Corner Rectangle 74">
            <a:extLst>
              <a:ext uri="{FF2B5EF4-FFF2-40B4-BE49-F238E27FC236}">
                <a16:creationId xmlns:a16="http://schemas.microsoft.com/office/drawing/2014/main" id="{DE1FC73C-64EF-034F-A7C6-4D5506277015}"/>
              </a:ext>
            </a:extLst>
          </p:cNvPr>
          <p:cNvSpPr/>
          <p:nvPr/>
        </p:nvSpPr>
        <p:spPr>
          <a:xfrm>
            <a:off x="6706812" y="4804515"/>
            <a:ext cx="1773401" cy="279400"/>
          </a:xfrm>
          <a:prstGeom prst="round2Diag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6" name="Round Diagonal Corner Rectangle 75">
            <a:extLst>
              <a:ext uri="{FF2B5EF4-FFF2-40B4-BE49-F238E27FC236}">
                <a16:creationId xmlns:a16="http://schemas.microsoft.com/office/drawing/2014/main" id="{CF639D45-0607-584A-AA6C-DA1493DF134C}"/>
              </a:ext>
            </a:extLst>
          </p:cNvPr>
          <p:cNvSpPr/>
          <p:nvPr/>
        </p:nvSpPr>
        <p:spPr>
          <a:xfrm>
            <a:off x="6706812" y="5514552"/>
            <a:ext cx="3657591" cy="279400"/>
          </a:xfrm>
          <a:prstGeom prst="round2Diag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7" name="Round Diagonal Corner Rectangle 76">
            <a:extLst>
              <a:ext uri="{FF2B5EF4-FFF2-40B4-BE49-F238E27FC236}">
                <a16:creationId xmlns:a16="http://schemas.microsoft.com/office/drawing/2014/main" id="{325EC695-9DBD-A641-A45F-07CE774403B1}"/>
              </a:ext>
            </a:extLst>
          </p:cNvPr>
          <p:cNvSpPr/>
          <p:nvPr/>
        </p:nvSpPr>
        <p:spPr>
          <a:xfrm>
            <a:off x="8536868" y="4814571"/>
            <a:ext cx="2190399" cy="279400"/>
          </a:xfrm>
          <a:prstGeom prst="round2DiagRect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8" name="Round Diagonal Corner Rectangle 77">
            <a:extLst>
              <a:ext uri="{FF2B5EF4-FFF2-40B4-BE49-F238E27FC236}">
                <a16:creationId xmlns:a16="http://schemas.microsoft.com/office/drawing/2014/main" id="{32033078-401D-0D4D-BA6C-1687906A77EB}"/>
              </a:ext>
            </a:extLst>
          </p:cNvPr>
          <p:cNvSpPr/>
          <p:nvPr/>
        </p:nvSpPr>
        <p:spPr>
          <a:xfrm>
            <a:off x="4055536" y="5879166"/>
            <a:ext cx="3616591" cy="279400"/>
          </a:xfrm>
          <a:prstGeom prst="round2DiagRect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3EBA0A0-EA41-244C-A7BB-5E40E40C29FC}"/>
              </a:ext>
            </a:extLst>
          </p:cNvPr>
          <p:cNvGrpSpPr/>
          <p:nvPr/>
        </p:nvGrpSpPr>
        <p:grpSpPr>
          <a:xfrm>
            <a:off x="8631190" y="4203710"/>
            <a:ext cx="2473474" cy="2010824"/>
            <a:chOff x="7279139" y="4155659"/>
            <a:chExt cx="2473474" cy="22139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FE1EB0D-E15B-8C43-B7BA-EF4EC1B4F471}"/>
                </a:ext>
              </a:extLst>
            </p:cNvPr>
            <p:cNvGrpSpPr/>
            <p:nvPr/>
          </p:nvGrpSpPr>
          <p:grpSpPr>
            <a:xfrm>
              <a:off x="7279139" y="4155659"/>
              <a:ext cx="2473474" cy="598224"/>
              <a:chOff x="2422004" y="1687763"/>
              <a:chExt cx="2473474" cy="598224"/>
            </a:xfrm>
          </p:grpSpPr>
          <p:sp>
            <p:nvSpPr>
              <p:cNvPr id="63" name="Rectangle: Diagonal Corners Rounded 44">
                <a:extLst>
                  <a:ext uri="{FF2B5EF4-FFF2-40B4-BE49-F238E27FC236}">
                    <a16:creationId xmlns:a16="http://schemas.microsoft.com/office/drawing/2014/main" id="{D9354EC4-F112-CA4B-80A2-08BB3C976D6E}"/>
                  </a:ext>
                </a:extLst>
              </p:cNvPr>
              <p:cNvSpPr/>
              <p:nvPr/>
            </p:nvSpPr>
            <p:spPr>
              <a:xfrm>
                <a:off x="2422004" y="1687763"/>
                <a:ext cx="2473474" cy="598224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solidFill>
                <a:srgbClr val="F3712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432BCE4B-3B77-3640-AA92-55B9B647AE45}"/>
                  </a:ext>
                </a:extLst>
              </p:cNvPr>
              <p:cNvGrpSpPr/>
              <p:nvPr/>
            </p:nvGrpSpPr>
            <p:grpSpPr>
              <a:xfrm>
                <a:off x="2708335" y="1763850"/>
                <a:ext cx="1877197" cy="451084"/>
                <a:chOff x="2705046" y="1770428"/>
                <a:chExt cx="1877197" cy="451084"/>
              </a:xfrm>
            </p:grpSpPr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B2035C-6D78-C243-892C-EB40438EA793}"/>
                    </a:ext>
                  </a:extLst>
                </p:cNvPr>
                <p:cNvSpPr txBox="1"/>
                <p:nvPr/>
              </p:nvSpPr>
              <p:spPr>
                <a:xfrm>
                  <a:off x="2705046" y="1770428"/>
                  <a:ext cx="1877197" cy="2429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r>
                    <a:rPr lang="en-IN" sz="1400" b="1" dirty="0">
                      <a:solidFill>
                        <a:schemeClr val="bg1"/>
                      </a:solidFill>
                    </a:rPr>
                    <a:t>Sample text</a:t>
                  </a: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16B4F8D-328F-B145-B247-7E275DC51E00}"/>
                    </a:ext>
                  </a:extLst>
                </p:cNvPr>
                <p:cNvSpPr txBox="1"/>
                <p:nvPr/>
              </p:nvSpPr>
              <p:spPr>
                <a:xfrm>
                  <a:off x="2705046" y="1978564"/>
                  <a:ext cx="1877197" cy="2429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r>
                    <a:rPr lang="en-IN" sz="900" dirty="0">
                      <a:solidFill>
                        <a:schemeClr val="bg1"/>
                      </a:solidFill>
                    </a:rPr>
                    <a:t>MM/DD/YYYY</a:t>
                  </a:r>
                </a:p>
              </p:txBody>
            </p:sp>
          </p:grp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0F40CBD-A9E5-B844-867C-2C428F3FF660}"/>
                </a:ext>
              </a:extLst>
            </p:cNvPr>
            <p:cNvCxnSpPr>
              <a:cxnSpLocks/>
            </p:cNvCxnSpPr>
            <p:nvPr/>
          </p:nvCxnSpPr>
          <p:spPr>
            <a:xfrm>
              <a:off x="7285391" y="4729328"/>
              <a:ext cx="0" cy="1640231"/>
            </a:xfrm>
            <a:prstGeom prst="line">
              <a:avLst/>
            </a:prstGeom>
            <a:ln w="12700">
              <a:solidFill>
                <a:srgbClr val="F3712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9929D-15C0-364B-A3D7-DF38093D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311448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42EEE52-FCE0-7248-989A-6920D44B8EC0}"/>
              </a:ext>
            </a:extLst>
          </p:cNvPr>
          <p:cNvGrpSpPr/>
          <p:nvPr/>
        </p:nvGrpSpPr>
        <p:grpSpPr>
          <a:xfrm>
            <a:off x="4891122" y="5207998"/>
            <a:ext cx="5187492" cy="894968"/>
            <a:chOff x="5238256" y="5207998"/>
            <a:chExt cx="5187492" cy="894968"/>
          </a:xfrm>
        </p:grpSpPr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67A35DB7-9621-47F9-BFB2-876689F58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256" y="5207998"/>
              <a:ext cx="4544315" cy="891659"/>
            </a:xfrm>
            <a:custGeom>
              <a:avLst/>
              <a:gdLst>
                <a:gd name="T0" fmla="*/ 2591 w 2747"/>
                <a:gd name="T1" fmla="*/ 270 h 539"/>
                <a:gd name="T2" fmla="*/ 2747 w 2747"/>
                <a:gd name="T3" fmla="*/ 0 h 539"/>
                <a:gd name="T4" fmla="*/ 233 w 2747"/>
                <a:gd name="T5" fmla="*/ 0 h 539"/>
                <a:gd name="T6" fmla="*/ 0 w 2747"/>
                <a:gd name="T7" fmla="*/ 539 h 539"/>
                <a:gd name="T8" fmla="*/ 2747 w 2747"/>
                <a:gd name="T9" fmla="*/ 539 h 539"/>
                <a:gd name="T10" fmla="*/ 2591 w 2747"/>
                <a:gd name="T11" fmla="*/ 270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7" h="539">
                  <a:moveTo>
                    <a:pt x="2591" y="270"/>
                  </a:moveTo>
                  <a:lnTo>
                    <a:pt x="2747" y="0"/>
                  </a:lnTo>
                  <a:lnTo>
                    <a:pt x="233" y="0"/>
                  </a:lnTo>
                  <a:lnTo>
                    <a:pt x="0" y="539"/>
                  </a:lnTo>
                  <a:lnTo>
                    <a:pt x="2747" y="539"/>
                  </a:lnTo>
                  <a:lnTo>
                    <a:pt x="2591" y="27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6C727D7-CBF7-3C41-A2DA-E52CDEE81AB3}"/>
                </a:ext>
              </a:extLst>
            </p:cNvPr>
            <p:cNvSpPr/>
            <p:nvPr/>
          </p:nvSpPr>
          <p:spPr>
            <a:xfrm>
              <a:off x="9431867" y="5214616"/>
              <a:ext cx="993881" cy="8883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B6C38AE-277A-2340-B728-320CE45A33CC}"/>
              </a:ext>
            </a:extLst>
          </p:cNvPr>
          <p:cNvGrpSpPr/>
          <p:nvPr/>
        </p:nvGrpSpPr>
        <p:grpSpPr>
          <a:xfrm>
            <a:off x="5301383" y="4254720"/>
            <a:ext cx="4784581" cy="888761"/>
            <a:chOff x="5648517" y="4254720"/>
            <a:chExt cx="4784581" cy="888761"/>
          </a:xfrm>
        </p:grpSpPr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7D2CD9FB-6457-46D8-B940-A82D919E0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517" y="4255131"/>
              <a:ext cx="4134052" cy="888350"/>
            </a:xfrm>
            <a:custGeom>
              <a:avLst/>
              <a:gdLst>
                <a:gd name="T0" fmla="*/ 2499 w 2499"/>
                <a:gd name="T1" fmla="*/ 0 h 537"/>
                <a:gd name="T2" fmla="*/ 230 w 2499"/>
                <a:gd name="T3" fmla="*/ 0 h 537"/>
                <a:gd name="T4" fmla="*/ 0 w 2499"/>
                <a:gd name="T5" fmla="*/ 537 h 537"/>
                <a:gd name="T6" fmla="*/ 2499 w 2499"/>
                <a:gd name="T7" fmla="*/ 537 h 537"/>
                <a:gd name="T8" fmla="*/ 2343 w 2499"/>
                <a:gd name="T9" fmla="*/ 269 h 537"/>
                <a:gd name="T10" fmla="*/ 2499 w 2499"/>
                <a:gd name="T11" fmla="*/ 0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9" h="537">
                  <a:moveTo>
                    <a:pt x="2499" y="0"/>
                  </a:moveTo>
                  <a:lnTo>
                    <a:pt x="230" y="0"/>
                  </a:lnTo>
                  <a:lnTo>
                    <a:pt x="0" y="537"/>
                  </a:lnTo>
                  <a:lnTo>
                    <a:pt x="2499" y="537"/>
                  </a:lnTo>
                  <a:lnTo>
                    <a:pt x="2343" y="269"/>
                  </a:lnTo>
                  <a:lnTo>
                    <a:pt x="2499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B0E3AAB-BE53-E74D-87D2-35A2741A2F15}"/>
                </a:ext>
              </a:extLst>
            </p:cNvPr>
            <p:cNvSpPr/>
            <p:nvPr/>
          </p:nvSpPr>
          <p:spPr>
            <a:xfrm>
              <a:off x="9439217" y="4254720"/>
              <a:ext cx="993881" cy="8883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45F666-7B16-8440-A310-B45A0E7C0BE3}"/>
              </a:ext>
            </a:extLst>
          </p:cNvPr>
          <p:cNvGrpSpPr/>
          <p:nvPr/>
        </p:nvGrpSpPr>
        <p:grpSpPr>
          <a:xfrm>
            <a:off x="6118599" y="2344435"/>
            <a:ext cx="3960015" cy="893312"/>
            <a:chOff x="6465733" y="2344435"/>
            <a:chExt cx="3960015" cy="893312"/>
          </a:xfrm>
        </p:grpSpPr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872728F8-43E7-4EE2-A8BC-440400375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733" y="2344435"/>
              <a:ext cx="3316837" cy="893312"/>
            </a:xfrm>
            <a:custGeom>
              <a:avLst/>
              <a:gdLst>
                <a:gd name="T0" fmla="*/ 1849 w 2005"/>
                <a:gd name="T1" fmla="*/ 270 h 540"/>
                <a:gd name="T2" fmla="*/ 2005 w 2005"/>
                <a:gd name="T3" fmla="*/ 0 h 540"/>
                <a:gd name="T4" fmla="*/ 231 w 2005"/>
                <a:gd name="T5" fmla="*/ 0 h 540"/>
                <a:gd name="T6" fmla="*/ 0 w 2005"/>
                <a:gd name="T7" fmla="*/ 540 h 540"/>
                <a:gd name="T8" fmla="*/ 2005 w 2005"/>
                <a:gd name="T9" fmla="*/ 540 h 540"/>
                <a:gd name="T10" fmla="*/ 1849 w 2005"/>
                <a:gd name="T11" fmla="*/ 27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5" h="540">
                  <a:moveTo>
                    <a:pt x="1849" y="270"/>
                  </a:moveTo>
                  <a:lnTo>
                    <a:pt x="2005" y="0"/>
                  </a:lnTo>
                  <a:lnTo>
                    <a:pt x="231" y="0"/>
                  </a:lnTo>
                  <a:lnTo>
                    <a:pt x="0" y="540"/>
                  </a:lnTo>
                  <a:lnTo>
                    <a:pt x="2005" y="540"/>
                  </a:lnTo>
                  <a:lnTo>
                    <a:pt x="1849" y="27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ABFC5FE-A0A3-C647-ADE3-8D9570AAE13C}"/>
                </a:ext>
              </a:extLst>
            </p:cNvPr>
            <p:cNvSpPr/>
            <p:nvPr/>
          </p:nvSpPr>
          <p:spPr>
            <a:xfrm>
              <a:off x="9431867" y="2347743"/>
              <a:ext cx="993881" cy="8883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7B4852-F137-3545-8ABB-850B9D93C100}"/>
              </a:ext>
            </a:extLst>
          </p:cNvPr>
          <p:cNvGrpSpPr/>
          <p:nvPr/>
        </p:nvGrpSpPr>
        <p:grpSpPr>
          <a:xfrm>
            <a:off x="5709990" y="3298957"/>
            <a:ext cx="4375975" cy="893311"/>
            <a:chOff x="6057124" y="3298957"/>
            <a:chExt cx="4375975" cy="893311"/>
          </a:xfrm>
        </p:grpSpPr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D8A35C0C-53A2-41DA-A525-62A3C7FEB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7124" y="3298957"/>
              <a:ext cx="3725444" cy="891659"/>
            </a:xfrm>
            <a:custGeom>
              <a:avLst/>
              <a:gdLst>
                <a:gd name="T0" fmla="*/ 2096 w 2252"/>
                <a:gd name="T1" fmla="*/ 269 h 539"/>
                <a:gd name="T2" fmla="*/ 2252 w 2252"/>
                <a:gd name="T3" fmla="*/ 0 h 539"/>
                <a:gd name="T4" fmla="*/ 230 w 2252"/>
                <a:gd name="T5" fmla="*/ 0 h 539"/>
                <a:gd name="T6" fmla="*/ 0 w 2252"/>
                <a:gd name="T7" fmla="*/ 539 h 539"/>
                <a:gd name="T8" fmla="*/ 2252 w 2252"/>
                <a:gd name="T9" fmla="*/ 539 h 539"/>
                <a:gd name="T10" fmla="*/ 2096 w 2252"/>
                <a:gd name="T11" fmla="*/ 26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52" h="539">
                  <a:moveTo>
                    <a:pt x="2096" y="269"/>
                  </a:moveTo>
                  <a:lnTo>
                    <a:pt x="2252" y="0"/>
                  </a:lnTo>
                  <a:lnTo>
                    <a:pt x="230" y="0"/>
                  </a:lnTo>
                  <a:lnTo>
                    <a:pt x="0" y="539"/>
                  </a:lnTo>
                  <a:lnTo>
                    <a:pt x="2252" y="539"/>
                  </a:lnTo>
                  <a:lnTo>
                    <a:pt x="2096" y="26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DDD7010-5478-054B-87D0-8056313140B1}"/>
                </a:ext>
              </a:extLst>
            </p:cNvPr>
            <p:cNvSpPr/>
            <p:nvPr/>
          </p:nvSpPr>
          <p:spPr>
            <a:xfrm>
              <a:off x="9439218" y="3303918"/>
              <a:ext cx="993881" cy="8883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F578B93-DB60-4448-BAA4-C7CEDE10860C}"/>
              </a:ext>
            </a:extLst>
          </p:cNvPr>
          <p:cNvGrpSpPr/>
          <p:nvPr/>
        </p:nvGrpSpPr>
        <p:grpSpPr>
          <a:xfrm>
            <a:off x="6528861" y="1391568"/>
            <a:ext cx="3549753" cy="891660"/>
            <a:chOff x="6875995" y="1391568"/>
            <a:chExt cx="3549753" cy="891660"/>
          </a:xfrm>
        </p:grpSpPr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46960615-6A97-4CAD-8AAA-64BE8C1B3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5995" y="1391569"/>
              <a:ext cx="2906575" cy="891659"/>
            </a:xfrm>
            <a:custGeom>
              <a:avLst/>
              <a:gdLst>
                <a:gd name="T0" fmla="*/ 1757 w 1757"/>
                <a:gd name="T1" fmla="*/ 539 h 539"/>
                <a:gd name="T2" fmla="*/ 1601 w 1757"/>
                <a:gd name="T3" fmla="*/ 270 h 539"/>
                <a:gd name="T4" fmla="*/ 1757 w 1757"/>
                <a:gd name="T5" fmla="*/ 0 h 539"/>
                <a:gd name="T6" fmla="*/ 230 w 1757"/>
                <a:gd name="T7" fmla="*/ 0 h 539"/>
                <a:gd name="T8" fmla="*/ 0 w 1757"/>
                <a:gd name="T9" fmla="*/ 539 h 539"/>
                <a:gd name="T10" fmla="*/ 1757 w 1757"/>
                <a:gd name="T11" fmla="*/ 53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57" h="539">
                  <a:moveTo>
                    <a:pt x="1757" y="539"/>
                  </a:moveTo>
                  <a:lnTo>
                    <a:pt x="1601" y="270"/>
                  </a:lnTo>
                  <a:lnTo>
                    <a:pt x="1757" y="0"/>
                  </a:lnTo>
                  <a:lnTo>
                    <a:pt x="230" y="0"/>
                  </a:lnTo>
                  <a:lnTo>
                    <a:pt x="0" y="539"/>
                  </a:lnTo>
                  <a:lnTo>
                    <a:pt x="1757" y="53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3C9E01-9943-3549-B241-43CD3E2DC189}"/>
                </a:ext>
              </a:extLst>
            </p:cNvPr>
            <p:cNvSpPr/>
            <p:nvPr/>
          </p:nvSpPr>
          <p:spPr>
            <a:xfrm>
              <a:off x="9431867" y="1391568"/>
              <a:ext cx="993881" cy="8883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  <p:sp>
        <p:nvSpPr>
          <p:cNvPr id="30" name="Freeform 27">
            <a:extLst>
              <a:ext uri="{FF2B5EF4-FFF2-40B4-BE49-F238E27FC236}">
                <a16:creationId xmlns:a16="http://schemas.microsoft.com/office/drawing/2014/main" id="{65BCBBE9-6135-4318-B21E-808E7E48CD49}"/>
              </a:ext>
            </a:extLst>
          </p:cNvPr>
          <p:cNvSpPr>
            <a:spLocks/>
          </p:cNvSpPr>
          <p:nvPr/>
        </p:nvSpPr>
        <p:spPr bwMode="auto">
          <a:xfrm>
            <a:off x="1200417" y="1391569"/>
            <a:ext cx="5571623" cy="891659"/>
          </a:xfrm>
          <a:custGeom>
            <a:avLst/>
            <a:gdLst>
              <a:gd name="T0" fmla="*/ 0 w 3368"/>
              <a:gd name="T1" fmla="*/ 0 h 539"/>
              <a:gd name="T2" fmla="*/ 232 w 3368"/>
              <a:gd name="T3" fmla="*/ 539 h 539"/>
              <a:gd name="T4" fmla="*/ 3136 w 3368"/>
              <a:gd name="T5" fmla="*/ 539 h 539"/>
              <a:gd name="T6" fmla="*/ 3368 w 3368"/>
              <a:gd name="T7" fmla="*/ 0 h 539"/>
              <a:gd name="T8" fmla="*/ 0 w 3368"/>
              <a:gd name="T9" fmla="*/ 0 h 5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68" h="539">
                <a:moveTo>
                  <a:pt x="0" y="0"/>
                </a:moveTo>
                <a:lnTo>
                  <a:pt x="232" y="539"/>
                </a:lnTo>
                <a:lnTo>
                  <a:pt x="3136" y="539"/>
                </a:lnTo>
                <a:lnTo>
                  <a:pt x="336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7491A1-5EB2-4728-8B51-E239EEFDEB76}"/>
              </a:ext>
            </a:extLst>
          </p:cNvPr>
          <p:cNvSpPr txBox="1"/>
          <p:nvPr/>
        </p:nvSpPr>
        <p:spPr>
          <a:xfrm>
            <a:off x="7717945" y="1586028"/>
            <a:ext cx="1645530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 </a:t>
            </a:r>
            <a:endParaRPr lang="en-US" sz="1200" dirty="0">
              <a:solidFill>
                <a:schemeClr val="accent5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626FAA-F58A-4F3D-85D2-3FEA250909C8}"/>
              </a:ext>
            </a:extLst>
          </p:cNvPr>
          <p:cNvSpPr txBox="1"/>
          <p:nvPr/>
        </p:nvSpPr>
        <p:spPr>
          <a:xfrm>
            <a:off x="7531290" y="2607771"/>
            <a:ext cx="1963241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 </a:t>
            </a:r>
            <a:endParaRPr lang="en-US" sz="1200" dirty="0">
              <a:solidFill>
                <a:schemeClr val="accent5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646531-5D90-41A9-B1EA-FF457A78B864}"/>
              </a:ext>
            </a:extLst>
          </p:cNvPr>
          <p:cNvSpPr txBox="1"/>
          <p:nvPr/>
        </p:nvSpPr>
        <p:spPr>
          <a:xfrm>
            <a:off x="7206421" y="3552651"/>
            <a:ext cx="234833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 </a:t>
            </a:r>
            <a:endParaRPr lang="en-US" sz="1200" dirty="0">
              <a:solidFill>
                <a:schemeClr val="accent5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A47811C-A2F2-491E-85A9-3B910878B703}"/>
              </a:ext>
            </a:extLst>
          </p:cNvPr>
          <p:cNvSpPr txBox="1"/>
          <p:nvPr/>
        </p:nvSpPr>
        <p:spPr>
          <a:xfrm>
            <a:off x="6880237" y="4497531"/>
            <a:ext cx="2734991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</a:t>
            </a:r>
          </a:p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Insert your desired text here. </a:t>
            </a:r>
            <a:endParaRPr lang="en-US" sz="1200" dirty="0">
              <a:solidFill>
                <a:schemeClr val="accent5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F5CA82-B6C4-4308-B369-2F01099AA77B}"/>
              </a:ext>
            </a:extLst>
          </p:cNvPr>
          <p:cNvSpPr txBox="1"/>
          <p:nvPr/>
        </p:nvSpPr>
        <p:spPr>
          <a:xfrm>
            <a:off x="6552735" y="5462731"/>
            <a:ext cx="312320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</a:t>
            </a:r>
          </a:p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Insert your desired text here. </a:t>
            </a:r>
            <a:endParaRPr lang="en-US" sz="1200" dirty="0">
              <a:solidFill>
                <a:schemeClr val="accent5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9D1EEF-815B-44F9-A6B0-98670C5D4640}"/>
              </a:ext>
            </a:extLst>
          </p:cNvPr>
          <p:cNvSpPr txBox="1"/>
          <p:nvPr/>
        </p:nvSpPr>
        <p:spPr>
          <a:xfrm>
            <a:off x="2171199" y="1635068"/>
            <a:ext cx="3630056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R Omega VN" pitchFamily="2" charset="77"/>
              </a:rPr>
              <a:t>Awareness</a:t>
            </a:r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57B412B4-3DB1-4FF2-8739-23DDA128E7E8}"/>
              </a:ext>
            </a:extLst>
          </p:cNvPr>
          <p:cNvSpPr>
            <a:spLocks/>
          </p:cNvSpPr>
          <p:nvPr/>
        </p:nvSpPr>
        <p:spPr bwMode="auto">
          <a:xfrm>
            <a:off x="1612334" y="2344435"/>
            <a:ext cx="4751099" cy="893312"/>
          </a:xfrm>
          <a:custGeom>
            <a:avLst/>
            <a:gdLst>
              <a:gd name="T0" fmla="*/ 231 w 2872"/>
              <a:gd name="T1" fmla="*/ 540 h 540"/>
              <a:gd name="T2" fmla="*/ 2640 w 2872"/>
              <a:gd name="T3" fmla="*/ 540 h 540"/>
              <a:gd name="T4" fmla="*/ 2872 w 2872"/>
              <a:gd name="T5" fmla="*/ 0 h 540"/>
              <a:gd name="T6" fmla="*/ 0 w 2872"/>
              <a:gd name="T7" fmla="*/ 0 h 540"/>
              <a:gd name="T8" fmla="*/ 231 w 2872"/>
              <a:gd name="T9" fmla="*/ 54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2" h="540">
                <a:moveTo>
                  <a:pt x="231" y="540"/>
                </a:moveTo>
                <a:lnTo>
                  <a:pt x="2640" y="540"/>
                </a:lnTo>
                <a:lnTo>
                  <a:pt x="2872" y="0"/>
                </a:lnTo>
                <a:lnTo>
                  <a:pt x="0" y="0"/>
                </a:lnTo>
                <a:lnTo>
                  <a:pt x="231" y="540"/>
                </a:lnTo>
                <a:close/>
              </a:path>
            </a:pathLst>
          </a:custGeom>
          <a:solidFill>
            <a:srgbClr val="33B2C1"/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3D56A1-35B4-45FB-9BBB-F9A97C06056F}"/>
              </a:ext>
            </a:extLst>
          </p:cNvPr>
          <p:cNvSpPr txBox="1"/>
          <p:nvPr/>
        </p:nvSpPr>
        <p:spPr>
          <a:xfrm>
            <a:off x="2689360" y="2579948"/>
            <a:ext cx="2593734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R Omega VN" pitchFamily="2" charset="77"/>
              </a:rPr>
              <a:t>Interest</a:t>
            </a:r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EEF4E76C-D8B7-4078-9E86-107F29FDA1EE}"/>
              </a:ext>
            </a:extLst>
          </p:cNvPr>
          <p:cNvSpPr>
            <a:spLocks/>
          </p:cNvSpPr>
          <p:nvPr/>
        </p:nvSpPr>
        <p:spPr bwMode="auto">
          <a:xfrm>
            <a:off x="2022596" y="3298957"/>
            <a:ext cx="3930575" cy="891659"/>
          </a:xfrm>
          <a:custGeom>
            <a:avLst/>
            <a:gdLst>
              <a:gd name="T0" fmla="*/ 232 w 2376"/>
              <a:gd name="T1" fmla="*/ 539 h 539"/>
              <a:gd name="T2" fmla="*/ 2144 w 2376"/>
              <a:gd name="T3" fmla="*/ 539 h 539"/>
              <a:gd name="T4" fmla="*/ 2376 w 2376"/>
              <a:gd name="T5" fmla="*/ 0 h 539"/>
              <a:gd name="T6" fmla="*/ 0 w 2376"/>
              <a:gd name="T7" fmla="*/ 0 h 539"/>
              <a:gd name="T8" fmla="*/ 232 w 2376"/>
              <a:gd name="T9" fmla="*/ 539 h 5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76" h="539">
                <a:moveTo>
                  <a:pt x="232" y="539"/>
                </a:moveTo>
                <a:lnTo>
                  <a:pt x="2144" y="539"/>
                </a:lnTo>
                <a:lnTo>
                  <a:pt x="2376" y="0"/>
                </a:lnTo>
                <a:lnTo>
                  <a:pt x="0" y="0"/>
                </a:lnTo>
                <a:lnTo>
                  <a:pt x="232" y="539"/>
                </a:lnTo>
                <a:close/>
              </a:path>
            </a:pathLst>
          </a:custGeom>
          <a:solidFill>
            <a:srgbClr val="50B848"/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C17D88-7A7B-46CB-BFDF-68DE337C8475}"/>
              </a:ext>
            </a:extLst>
          </p:cNvPr>
          <p:cNvSpPr txBox="1"/>
          <p:nvPr/>
        </p:nvSpPr>
        <p:spPr>
          <a:xfrm>
            <a:off x="2689360" y="3555308"/>
            <a:ext cx="2593734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R Omega VN" pitchFamily="2" charset="77"/>
              </a:rPr>
              <a:t>Consideration</a:t>
            </a:r>
          </a:p>
        </p:txBody>
      </p:sp>
      <p:sp>
        <p:nvSpPr>
          <p:cNvPr id="28" name="Freeform 25">
            <a:extLst>
              <a:ext uri="{FF2B5EF4-FFF2-40B4-BE49-F238E27FC236}">
                <a16:creationId xmlns:a16="http://schemas.microsoft.com/office/drawing/2014/main" id="{DD23AEE3-E98C-4D6C-A403-5543C1AF8AA2}"/>
              </a:ext>
            </a:extLst>
          </p:cNvPr>
          <p:cNvSpPr>
            <a:spLocks/>
          </p:cNvSpPr>
          <p:nvPr/>
        </p:nvSpPr>
        <p:spPr bwMode="auto">
          <a:xfrm>
            <a:off x="2431203" y="4255131"/>
            <a:ext cx="3110051" cy="888350"/>
          </a:xfrm>
          <a:custGeom>
            <a:avLst/>
            <a:gdLst>
              <a:gd name="T0" fmla="*/ 232 w 1880"/>
              <a:gd name="T1" fmla="*/ 537 h 537"/>
              <a:gd name="T2" fmla="*/ 1650 w 1880"/>
              <a:gd name="T3" fmla="*/ 537 h 537"/>
              <a:gd name="T4" fmla="*/ 1880 w 1880"/>
              <a:gd name="T5" fmla="*/ 0 h 537"/>
              <a:gd name="T6" fmla="*/ 0 w 1880"/>
              <a:gd name="T7" fmla="*/ 0 h 537"/>
              <a:gd name="T8" fmla="*/ 232 w 1880"/>
              <a:gd name="T9" fmla="*/ 537 h 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80" h="537">
                <a:moveTo>
                  <a:pt x="232" y="537"/>
                </a:moveTo>
                <a:lnTo>
                  <a:pt x="1650" y="537"/>
                </a:lnTo>
                <a:lnTo>
                  <a:pt x="1880" y="0"/>
                </a:lnTo>
                <a:lnTo>
                  <a:pt x="0" y="0"/>
                </a:lnTo>
                <a:lnTo>
                  <a:pt x="232" y="537"/>
                </a:lnTo>
                <a:close/>
              </a:path>
            </a:pathLst>
          </a:custGeom>
          <a:solidFill>
            <a:srgbClr val="034EA2"/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BB23824-2644-4BCC-9DDC-4BA300B567C0}"/>
              </a:ext>
            </a:extLst>
          </p:cNvPr>
          <p:cNvSpPr txBox="1"/>
          <p:nvPr/>
        </p:nvSpPr>
        <p:spPr>
          <a:xfrm>
            <a:off x="2689360" y="4510348"/>
            <a:ext cx="2593734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R Omega VN" pitchFamily="2" charset="77"/>
              </a:rPr>
              <a:t>Intent</a:t>
            </a:r>
          </a:p>
        </p:txBody>
      </p:sp>
      <p:sp>
        <p:nvSpPr>
          <p:cNvPr id="27" name="Freeform 24">
            <a:extLst>
              <a:ext uri="{FF2B5EF4-FFF2-40B4-BE49-F238E27FC236}">
                <a16:creationId xmlns:a16="http://schemas.microsoft.com/office/drawing/2014/main" id="{A37D0C20-D957-4746-AA85-BF1707847771}"/>
              </a:ext>
            </a:extLst>
          </p:cNvPr>
          <p:cNvSpPr>
            <a:spLocks/>
          </p:cNvSpPr>
          <p:nvPr/>
        </p:nvSpPr>
        <p:spPr bwMode="auto">
          <a:xfrm>
            <a:off x="2839810" y="5207998"/>
            <a:ext cx="2292836" cy="891659"/>
          </a:xfrm>
          <a:custGeom>
            <a:avLst/>
            <a:gdLst>
              <a:gd name="T0" fmla="*/ 232 w 1386"/>
              <a:gd name="T1" fmla="*/ 539 h 539"/>
              <a:gd name="T2" fmla="*/ 1154 w 1386"/>
              <a:gd name="T3" fmla="*/ 539 h 539"/>
              <a:gd name="T4" fmla="*/ 1386 w 1386"/>
              <a:gd name="T5" fmla="*/ 0 h 539"/>
              <a:gd name="T6" fmla="*/ 0 w 1386"/>
              <a:gd name="T7" fmla="*/ 0 h 539"/>
              <a:gd name="T8" fmla="*/ 232 w 1386"/>
              <a:gd name="T9" fmla="*/ 539 h 5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86" h="539">
                <a:moveTo>
                  <a:pt x="232" y="539"/>
                </a:moveTo>
                <a:lnTo>
                  <a:pt x="1154" y="539"/>
                </a:lnTo>
                <a:lnTo>
                  <a:pt x="1386" y="0"/>
                </a:lnTo>
                <a:lnTo>
                  <a:pt x="0" y="0"/>
                </a:lnTo>
                <a:lnTo>
                  <a:pt x="232" y="539"/>
                </a:lnTo>
                <a:close/>
              </a:path>
            </a:pathLst>
          </a:custGeom>
          <a:solidFill>
            <a:srgbClr val="19226D"/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226C9C-7997-4174-9D76-532BE548E5C0}"/>
              </a:ext>
            </a:extLst>
          </p:cNvPr>
          <p:cNvSpPr txBox="1"/>
          <p:nvPr/>
        </p:nvSpPr>
        <p:spPr>
          <a:xfrm>
            <a:off x="2689360" y="5424748"/>
            <a:ext cx="2593734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R Omega VN" pitchFamily="2" charset="77"/>
              </a:rPr>
              <a:t>Conversion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50ACAC-11D4-5149-8A5F-05ADF9FB4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B013FF09-0CD6-534F-A991-B99881BA48FA}"/>
              </a:ext>
            </a:extLst>
          </p:cNvPr>
          <p:cNvSpPr/>
          <p:nvPr/>
        </p:nvSpPr>
        <p:spPr>
          <a:xfrm>
            <a:off x="9607751" y="1375559"/>
            <a:ext cx="1018593" cy="888350"/>
          </a:xfrm>
          <a:prstGeom prst="round2Diag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BR Omega VN" pitchFamily="2" charset="77"/>
              </a:rPr>
              <a:t>01</a:t>
            </a:r>
          </a:p>
        </p:txBody>
      </p:sp>
      <p:sp>
        <p:nvSpPr>
          <p:cNvPr id="64" name="Round Diagonal Corner Rectangle 63">
            <a:extLst>
              <a:ext uri="{FF2B5EF4-FFF2-40B4-BE49-F238E27FC236}">
                <a16:creationId xmlns:a16="http://schemas.microsoft.com/office/drawing/2014/main" id="{4AFBE7D9-507B-704E-8EF8-7E8222B3E8C0}"/>
              </a:ext>
            </a:extLst>
          </p:cNvPr>
          <p:cNvSpPr/>
          <p:nvPr/>
        </p:nvSpPr>
        <p:spPr>
          <a:xfrm>
            <a:off x="9589917" y="2346916"/>
            <a:ext cx="1018593" cy="888350"/>
          </a:xfrm>
          <a:prstGeom prst="round2DiagRect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BR Omega VN" pitchFamily="2" charset="77"/>
              </a:rPr>
              <a:t>02</a:t>
            </a:r>
          </a:p>
        </p:txBody>
      </p:sp>
      <p:sp>
        <p:nvSpPr>
          <p:cNvPr id="70" name="Round Diagonal Corner Rectangle 69">
            <a:extLst>
              <a:ext uri="{FF2B5EF4-FFF2-40B4-BE49-F238E27FC236}">
                <a16:creationId xmlns:a16="http://schemas.microsoft.com/office/drawing/2014/main" id="{954CF50E-BC3E-3947-A049-75319F20CCBE}"/>
              </a:ext>
            </a:extLst>
          </p:cNvPr>
          <p:cNvSpPr/>
          <p:nvPr/>
        </p:nvSpPr>
        <p:spPr>
          <a:xfrm>
            <a:off x="9589917" y="3312046"/>
            <a:ext cx="1018593" cy="888350"/>
          </a:xfrm>
          <a:prstGeom prst="round2DiagRect">
            <a:avLst/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BR Omega VN" pitchFamily="2" charset="77"/>
              </a:rPr>
              <a:t>03</a:t>
            </a:r>
          </a:p>
        </p:txBody>
      </p:sp>
      <p:sp>
        <p:nvSpPr>
          <p:cNvPr id="71" name="Round Diagonal Corner Rectangle 70">
            <a:extLst>
              <a:ext uri="{FF2B5EF4-FFF2-40B4-BE49-F238E27FC236}">
                <a16:creationId xmlns:a16="http://schemas.microsoft.com/office/drawing/2014/main" id="{2FE17DEC-E1C5-2A47-B396-3BB7088C2941}"/>
              </a:ext>
            </a:extLst>
          </p:cNvPr>
          <p:cNvSpPr/>
          <p:nvPr/>
        </p:nvSpPr>
        <p:spPr>
          <a:xfrm>
            <a:off x="9581673" y="4269048"/>
            <a:ext cx="1018593" cy="888350"/>
          </a:xfrm>
          <a:prstGeom prst="round2Diag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BR Omega VN" pitchFamily="2" charset="77"/>
              </a:rPr>
              <a:t>04</a:t>
            </a:r>
          </a:p>
        </p:txBody>
      </p:sp>
      <p:sp>
        <p:nvSpPr>
          <p:cNvPr id="72" name="Round Diagonal Corner Rectangle 71">
            <a:extLst>
              <a:ext uri="{FF2B5EF4-FFF2-40B4-BE49-F238E27FC236}">
                <a16:creationId xmlns:a16="http://schemas.microsoft.com/office/drawing/2014/main" id="{9743E35B-6CEE-794E-AEFE-6D0A40187945}"/>
              </a:ext>
            </a:extLst>
          </p:cNvPr>
          <p:cNvSpPr/>
          <p:nvPr/>
        </p:nvSpPr>
        <p:spPr>
          <a:xfrm>
            <a:off x="9589917" y="5221234"/>
            <a:ext cx="1018593" cy="888350"/>
          </a:xfrm>
          <a:prstGeom prst="round2DiagRect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BR Omega VN" pitchFamily="2" charset="77"/>
              </a:rPr>
              <a:t>05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6B6B2918-286C-784C-BFFA-90F0520ECC4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7224" y="5360178"/>
            <a:ext cx="612181" cy="610461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FCD3E45A-9FF2-0D49-BAF1-567DF65CAD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9231" y="2491620"/>
            <a:ext cx="610461" cy="61218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C92E2776-62D1-1C49-B72A-74613B3E737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6680" y="4388923"/>
            <a:ext cx="612181" cy="612181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B3AC9C7B-6717-094E-AAAB-4E4930C53A2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1113" y="3429000"/>
            <a:ext cx="610461" cy="612181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E34675BD-594D-174E-8358-8E9CC9073FC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6776" y="1529652"/>
            <a:ext cx="610461" cy="612181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2C41DA6-E73E-B349-AF00-BA6BE514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93274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80E0BAAE-4C94-4DAA-B527-A9D18A6B36AE}"/>
              </a:ext>
            </a:extLst>
          </p:cNvPr>
          <p:cNvSpPr/>
          <p:nvPr/>
        </p:nvSpPr>
        <p:spPr>
          <a:xfrm>
            <a:off x="3430619" y="2226737"/>
            <a:ext cx="2624865" cy="3671082"/>
          </a:xfrm>
          <a:custGeom>
            <a:avLst/>
            <a:gdLst>
              <a:gd name="connsiteX0" fmla="*/ 0 w 2657373"/>
              <a:gd name="connsiteY0" fmla="*/ 0 h 5285148"/>
              <a:gd name="connsiteX1" fmla="*/ 2657373 w 2657373"/>
              <a:gd name="connsiteY1" fmla="*/ 0 h 5285148"/>
              <a:gd name="connsiteX2" fmla="*/ 2657373 w 2657373"/>
              <a:gd name="connsiteY2" fmla="*/ 5285148 h 5285148"/>
              <a:gd name="connsiteX3" fmla="*/ 0 w 2657373"/>
              <a:gd name="connsiteY3" fmla="*/ 5285148 h 5285148"/>
              <a:gd name="connsiteX4" fmla="*/ 0 w 2657373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3" h="5285148">
                <a:moveTo>
                  <a:pt x="0" y="0"/>
                </a:moveTo>
                <a:lnTo>
                  <a:pt x="2657373" y="0"/>
                </a:lnTo>
                <a:lnTo>
                  <a:pt x="2657373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4136EEBE-A572-41E9-A298-BD317088E4F0}"/>
              </a:ext>
            </a:extLst>
          </p:cNvPr>
          <p:cNvSpPr/>
          <p:nvPr/>
        </p:nvSpPr>
        <p:spPr>
          <a:xfrm>
            <a:off x="8821515" y="2286889"/>
            <a:ext cx="2624863" cy="3671082"/>
          </a:xfrm>
          <a:custGeom>
            <a:avLst/>
            <a:gdLst>
              <a:gd name="connsiteX0" fmla="*/ 0 w 2657371"/>
              <a:gd name="connsiteY0" fmla="*/ 0 h 5285148"/>
              <a:gd name="connsiteX1" fmla="*/ 2657371 w 2657371"/>
              <a:gd name="connsiteY1" fmla="*/ 0 h 5285148"/>
              <a:gd name="connsiteX2" fmla="*/ 2657371 w 2657371"/>
              <a:gd name="connsiteY2" fmla="*/ 5285148 h 5285148"/>
              <a:gd name="connsiteX3" fmla="*/ 0 w 2657371"/>
              <a:gd name="connsiteY3" fmla="*/ 5285148 h 5285148"/>
              <a:gd name="connsiteX4" fmla="*/ 0 w 2657371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1" h="5285148">
                <a:moveTo>
                  <a:pt x="0" y="0"/>
                </a:moveTo>
                <a:lnTo>
                  <a:pt x="2657371" y="0"/>
                </a:lnTo>
                <a:lnTo>
                  <a:pt x="2657371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4AA913D2-CD01-40CF-A4FC-D1B3E233CEF5}"/>
              </a:ext>
            </a:extLst>
          </p:cNvPr>
          <p:cNvSpPr/>
          <p:nvPr/>
        </p:nvSpPr>
        <p:spPr>
          <a:xfrm>
            <a:off x="6127052" y="2286889"/>
            <a:ext cx="2624865" cy="3671082"/>
          </a:xfrm>
          <a:custGeom>
            <a:avLst/>
            <a:gdLst>
              <a:gd name="connsiteX0" fmla="*/ 0 w 2657373"/>
              <a:gd name="connsiteY0" fmla="*/ 0 h 5285148"/>
              <a:gd name="connsiteX1" fmla="*/ 2657373 w 2657373"/>
              <a:gd name="connsiteY1" fmla="*/ 0 h 5285148"/>
              <a:gd name="connsiteX2" fmla="*/ 2657373 w 2657373"/>
              <a:gd name="connsiteY2" fmla="*/ 5285148 h 5285148"/>
              <a:gd name="connsiteX3" fmla="*/ 0 w 2657373"/>
              <a:gd name="connsiteY3" fmla="*/ 5285148 h 5285148"/>
              <a:gd name="connsiteX4" fmla="*/ 0 w 2657373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3" h="5285148">
                <a:moveTo>
                  <a:pt x="0" y="0"/>
                </a:moveTo>
                <a:lnTo>
                  <a:pt x="2657373" y="0"/>
                </a:lnTo>
                <a:lnTo>
                  <a:pt x="2657373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1B99B9BB-6ADB-4345-A237-384F3DEF2773}"/>
              </a:ext>
            </a:extLst>
          </p:cNvPr>
          <p:cNvSpPr/>
          <p:nvPr/>
        </p:nvSpPr>
        <p:spPr>
          <a:xfrm>
            <a:off x="745626" y="2286889"/>
            <a:ext cx="2624863" cy="3671082"/>
          </a:xfrm>
          <a:custGeom>
            <a:avLst/>
            <a:gdLst>
              <a:gd name="connsiteX0" fmla="*/ 0 w 2657371"/>
              <a:gd name="connsiteY0" fmla="*/ 0 h 5285148"/>
              <a:gd name="connsiteX1" fmla="*/ 2657371 w 2657371"/>
              <a:gd name="connsiteY1" fmla="*/ 0 h 5285148"/>
              <a:gd name="connsiteX2" fmla="*/ 2657371 w 2657371"/>
              <a:gd name="connsiteY2" fmla="*/ 5285148 h 5285148"/>
              <a:gd name="connsiteX3" fmla="*/ 0 w 2657371"/>
              <a:gd name="connsiteY3" fmla="*/ 5285148 h 5285148"/>
              <a:gd name="connsiteX4" fmla="*/ 0 w 2657371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1" h="5285148">
                <a:moveTo>
                  <a:pt x="0" y="0"/>
                </a:moveTo>
                <a:lnTo>
                  <a:pt x="2657371" y="0"/>
                </a:lnTo>
                <a:lnTo>
                  <a:pt x="2657371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9A4FB-CD71-4297-B7B9-A22008960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3" name="Subtitle 6">
            <a:extLst>
              <a:ext uri="{FF2B5EF4-FFF2-40B4-BE49-F238E27FC236}">
                <a16:creationId xmlns:a16="http://schemas.microsoft.com/office/drawing/2014/main" id="{B5E9FD08-6E43-41A8-B681-7014586B8CAF}"/>
              </a:ext>
            </a:extLst>
          </p:cNvPr>
          <p:cNvSpPr txBox="1">
            <a:spLocks/>
          </p:cNvSpPr>
          <p:nvPr/>
        </p:nvSpPr>
        <p:spPr>
          <a:xfrm>
            <a:off x="525780" y="1107020"/>
            <a:ext cx="11569888" cy="266629"/>
          </a:xfrm>
          <a:prstGeom prst="rect">
            <a:avLst/>
          </a:prstGeom>
        </p:spPr>
        <p:txBody>
          <a:bodyPr vert="horz" lIns="91440" tIns="45720" rIns="91440" bIns="45720" numCol="1" spcCol="36576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kern="1200">
                <a:solidFill>
                  <a:schemeClr val="accent1"/>
                </a:solidFill>
                <a:latin typeface="Montserrat Light" charset="0"/>
                <a:ea typeface="Montserrat Light" charset="0"/>
                <a:cs typeface="Montserrat Light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the sample dummy text insert your desired text here because this is the dummy text.</a:t>
            </a: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122232AE-3855-44FB-93DD-429D69E0DF03}"/>
              </a:ext>
            </a:extLst>
          </p:cNvPr>
          <p:cNvSpPr/>
          <p:nvPr/>
        </p:nvSpPr>
        <p:spPr>
          <a:xfrm rot="10800000" flipV="1">
            <a:off x="745623" y="5380342"/>
            <a:ext cx="2624863" cy="577628"/>
          </a:xfrm>
          <a:custGeom>
            <a:avLst/>
            <a:gdLst>
              <a:gd name="connsiteX0" fmla="*/ 0 w 2657371"/>
              <a:gd name="connsiteY0" fmla="*/ 0 h 5285148"/>
              <a:gd name="connsiteX1" fmla="*/ 2657371 w 2657371"/>
              <a:gd name="connsiteY1" fmla="*/ 0 h 5285148"/>
              <a:gd name="connsiteX2" fmla="*/ 2657371 w 2657371"/>
              <a:gd name="connsiteY2" fmla="*/ 5285148 h 5285148"/>
              <a:gd name="connsiteX3" fmla="*/ 0 w 2657371"/>
              <a:gd name="connsiteY3" fmla="*/ 5285148 h 5285148"/>
              <a:gd name="connsiteX4" fmla="*/ 0 w 2657371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1" h="5285148">
                <a:moveTo>
                  <a:pt x="0" y="0"/>
                </a:moveTo>
                <a:lnTo>
                  <a:pt x="2657371" y="0"/>
                </a:lnTo>
                <a:lnTo>
                  <a:pt x="2657371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3F69CCE-1B30-402E-9B45-135FE586D3EE}"/>
              </a:ext>
            </a:extLst>
          </p:cNvPr>
          <p:cNvSpPr txBox="1"/>
          <p:nvPr/>
        </p:nvSpPr>
        <p:spPr>
          <a:xfrm>
            <a:off x="1160117" y="2716046"/>
            <a:ext cx="16807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33B2C1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FREE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30C3BE7-1D05-4DFF-B088-083E4B19B55C}"/>
              </a:ext>
            </a:extLst>
          </p:cNvPr>
          <p:cNvSpPr txBox="1"/>
          <p:nvPr/>
        </p:nvSpPr>
        <p:spPr>
          <a:xfrm>
            <a:off x="1036002" y="3057918"/>
            <a:ext cx="2124337" cy="483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the sample dummy text insert your desired text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9DC7349-5E99-4F66-A71D-EC5D616163FE}"/>
              </a:ext>
            </a:extLst>
          </p:cNvPr>
          <p:cNvSpPr txBox="1"/>
          <p:nvPr/>
        </p:nvSpPr>
        <p:spPr>
          <a:xfrm>
            <a:off x="1109251" y="5504613"/>
            <a:ext cx="1782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33B2C1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GET THIS PLAN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154AE47-C7FB-4134-9AEB-6BEDEFBB6991}"/>
              </a:ext>
            </a:extLst>
          </p:cNvPr>
          <p:cNvSpPr txBox="1"/>
          <p:nvPr/>
        </p:nvSpPr>
        <p:spPr>
          <a:xfrm>
            <a:off x="1060470" y="3521139"/>
            <a:ext cx="1880014" cy="1761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Up to 50 user 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Max 100 item / month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100 queries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Basic Statistic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Email Support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221860E-6F30-437B-9DF2-2333541813CF}"/>
              </a:ext>
            </a:extLst>
          </p:cNvPr>
          <p:cNvCxnSpPr>
            <a:cxnSpLocks/>
          </p:cNvCxnSpPr>
          <p:nvPr/>
        </p:nvCxnSpPr>
        <p:spPr>
          <a:xfrm>
            <a:off x="1016323" y="3580142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3C4CCD4-EC68-47E5-A4F0-C02DB09C4390}"/>
              </a:ext>
            </a:extLst>
          </p:cNvPr>
          <p:cNvCxnSpPr>
            <a:cxnSpLocks/>
          </p:cNvCxnSpPr>
          <p:nvPr/>
        </p:nvCxnSpPr>
        <p:spPr>
          <a:xfrm>
            <a:off x="1016323" y="3933758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AD50F39D-0FA3-42E3-93DF-7C1739A54B37}"/>
              </a:ext>
            </a:extLst>
          </p:cNvPr>
          <p:cNvCxnSpPr>
            <a:cxnSpLocks/>
          </p:cNvCxnSpPr>
          <p:nvPr/>
        </p:nvCxnSpPr>
        <p:spPr>
          <a:xfrm>
            <a:off x="1016323" y="4287373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A009E919-3137-45E2-BE6C-A213E8FFE20C}"/>
              </a:ext>
            </a:extLst>
          </p:cNvPr>
          <p:cNvCxnSpPr>
            <a:cxnSpLocks/>
          </p:cNvCxnSpPr>
          <p:nvPr/>
        </p:nvCxnSpPr>
        <p:spPr>
          <a:xfrm>
            <a:off x="1016323" y="4640989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2211CC06-3F9A-4D41-A185-2F6791FA6258}"/>
              </a:ext>
            </a:extLst>
          </p:cNvPr>
          <p:cNvCxnSpPr>
            <a:cxnSpLocks/>
          </p:cNvCxnSpPr>
          <p:nvPr/>
        </p:nvCxnSpPr>
        <p:spPr>
          <a:xfrm>
            <a:off x="1016323" y="4994604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8A6920D8-8415-41A4-9ADF-51E11DCD2F00}"/>
              </a:ext>
            </a:extLst>
          </p:cNvPr>
          <p:cNvSpPr txBox="1"/>
          <p:nvPr/>
        </p:nvSpPr>
        <p:spPr>
          <a:xfrm>
            <a:off x="3686597" y="3057918"/>
            <a:ext cx="2124337" cy="483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the sample dummy text insert your desired text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4ACFF6B-252F-4B3F-81DF-ADA94E46F502}"/>
              </a:ext>
            </a:extLst>
          </p:cNvPr>
          <p:cNvSpPr txBox="1"/>
          <p:nvPr/>
        </p:nvSpPr>
        <p:spPr>
          <a:xfrm>
            <a:off x="6369855" y="3057918"/>
            <a:ext cx="2124337" cy="483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the sample dummy text insert your desired text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23AD255-9F6E-481A-9041-9566B4B4BEFA}"/>
              </a:ext>
            </a:extLst>
          </p:cNvPr>
          <p:cNvSpPr txBox="1"/>
          <p:nvPr/>
        </p:nvSpPr>
        <p:spPr>
          <a:xfrm>
            <a:off x="9073791" y="3057918"/>
            <a:ext cx="2124337" cy="483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the sample dummy text insert your desired text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5EE0E7F-58CD-42E6-93C2-E324F09A159D}"/>
              </a:ext>
            </a:extLst>
          </p:cNvPr>
          <p:cNvSpPr txBox="1"/>
          <p:nvPr/>
        </p:nvSpPr>
        <p:spPr>
          <a:xfrm>
            <a:off x="3734294" y="2716046"/>
            <a:ext cx="20535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50B848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STANDARD</a:t>
            </a:r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E560B523-8524-4F32-82CC-2490C2D27F25}"/>
              </a:ext>
            </a:extLst>
          </p:cNvPr>
          <p:cNvSpPr/>
          <p:nvPr/>
        </p:nvSpPr>
        <p:spPr>
          <a:xfrm rot="10800000" flipV="1">
            <a:off x="3436336" y="5380342"/>
            <a:ext cx="2624863" cy="577628"/>
          </a:xfrm>
          <a:custGeom>
            <a:avLst/>
            <a:gdLst>
              <a:gd name="connsiteX0" fmla="*/ 0 w 2657371"/>
              <a:gd name="connsiteY0" fmla="*/ 0 h 5285148"/>
              <a:gd name="connsiteX1" fmla="*/ 2657371 w 2657371"/>
              <a:gd name="connsiteY1" fmla="*/ 0 h 5285148"/>
              <a:gd name="connsiteX2" fmla="*/ 2657371 w 2657371"/>
              <a:gd name="connsiteY2" fmla="*/ 5285148 h 5285148"/>
              <a:gd name="connsiteX3" fmla="*/ 0 w 2657371"/>
              <a:gd name="connsiteY3" fmla="*/ 5285148 h 5285148"/>
              <a:gd name="connsiteX4" fmla="*/ 0 w 2657371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1" h="5285148">
                <a:moveTo>
                  <a:pt x="0" y="0"/>
                </a:moveTo>
                <a:lnTo>
                  <a:pt x="2657371" y="0"/>
                </a:lnTo>
                <a:lnTo>
                  <a:pt x="2657371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8DB730A-23CC-4B93-89FA-7FE18FEE7285}"/>
              </a:ext>
            </a:extLst>
          </p:cNvPr>
          <p:cNvSpPr txBox="1"/>
          <p:nvPr/>
        </p:nvSpPr>
        <p:spPr>
          <a:xfrm>
            <a:off x="3857541" y="5504613"/>
            <a:ext cx="1782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50B848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GET THIS PLAN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428CCCD-586B-4FBA-9218-7EAC34D51EA5}"/>
              </a:ext>
            </a:extLst>
          </p:cNvPr>
          <p:cNvSpPr txBox="1"/>
          <p:nvPr/>
        </p:nvSpPr>
        <p:spPr>
          <a:xfrm>
            <a:off x="3763199" y="3521139"/>
            <a:ext cx="1880014" cy="1761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Up to 50 user 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Max 100 item / month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100 queries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Basic Statistic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Email Support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1A031367-898E-4778-86F6-9382962A8747}"/>
              </a:ext>
            </a:extLst>
          </p:cNvPr>
          <p:cNvCxnSpPr>
            <a:cxnSpLocks/>
          </p:cNvCxnSpPr>
          <p:nvPr/>
        </p:nvCxnSpPr>
        <p:spPr>
          <a:xfrm>
            <a:off x="3719052" y="3580142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1C00173-412D-4466-A008-6BCB54322429}"/>
              </a:ext>
            </a:extLst>
          </p:cNvPr>
          <p:cNvCxnSpPr>
            <a:cxnSpLocks/>
          </p:cNvCxnSpPr>
          <p:nvPr/>
        </p:nvCxnSpPr>
        <p:spPr>
          <a:xfrm>
            <a:off x="3719052" y="3933758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3058EF4-4329-4159-8D2C-94D7E1655915}"/>
              </a:ext>
            </a:extLst>
          </p:cNvPr>
          <p:cNvCxnSpPr>
            <a:cxnSpLocks/>
          </p:cNvCxnSpPr>
          <p:nvPr/>
        </p:nvCxnSpPr>
        <p:spPr>
          <a:xfrm>
            <a:off x="3719052" y="4287373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13ED9462-14BE-41F9-8998-7EE253F13CAD}"/>
              </a:ext>
            </a:extLst>
          </p:cNvPr>
          <p:cNvCxnSpPr>
            <a:cxnSpLocks/>
          </p:cNvCxnSpPr>
          <p:nvPr/>
        </p:nvCxnSpPr>
        <p:spPr>
          <a:xfrm>
            <a:off x="3719052" y="4640989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8BBF3A7-B532-4AC0-9956-0A9884EC59D8}"/>
              </a:ext>
            </a:extLst>
          </p:cNvPr>
          <p:cNvCxnSpPr>
            <a:cxnSpLocks/>
          </p:cNvCxnSpPr>
          <p:nvPr/>
        </p:nvCxnSpPr>
        <p:spPr>
          <a:xfrm>
            <a:off x="3719052" y="4994604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DBE9000F-1EFB-4AA4-B751-49A4BE9B8C93}"/>
              </a:ext>
            </a:extLst>
          </p:cNvPr>
          <p:cNvSpPr txBox="1"/>
          <p:nvPr/>
        </p:nvSpPr>
        <p:spPr>
          <a:xfrm>
            <a:off x="6422390" y="2726700"/>
            <a:ext cx="20535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34EA2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PROFESSIONAL</a:t>
            </a:r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0663622C-D179-4AE7-B638-CC943D666EE2}"/>
              </a:ext>
            </a:extLst>
          </p:cNvPr>
          <p:cNvSpPr/>
          <p:nvPr/>
        </p:nvSpPr>
        <p:spPr>
          <a:xfrm rot="10800000" flipV="1">
            <a:off x="6127054" y="5380342"/>
            <a:ext cx="2624863" cy="577628"/>
          </a:xfrm>
          <a:custGeom>
            <a:avLst/>
            <a:gdLst>
              <a:gd name="connsiteX0" fmla="*/ 0 w 2657371"/>
              <a:gd name="connsiteY0" fmla="*/ 0 h 5285148"/>
              <a:gd name="connsiteX1" fmla="*/ 2657371 w 2657371"/>
              <a:gd name="connsiteY1" fmla="*/ 0 h 5285148"/>
              <a:gd name="connsiteX2" fmla="*/ 2657371 w 2657371"/>
              <a:gd name="connsiteY2" fmla="*/ 5285148 h 5285148"/>
              <a:gd name="connsiteX3" fmla="*/ 0 w 2657371"/>
              <a:gd name="connsiteY3" fmla="*/ 5285148 h 5285148"/>
              <a:gd name="connsiteX4" fmla="*/ 0 w 2657371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1" h="5285148">
                <a:moveTo>
                  <a:pt x="0" y="0"/>
                </a:moveTo>
                <a:lnTo>
                  <a:pt x="2657371" y="0"/>
                </a:lnTo>
                <a:lnTo>
                  <a:pt x="2657371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56CAE53-A39A-45E6-923A-E61D99C8321C}"/>
              </a:ext>
            </a:extLst>
          </p:cNvPr>
          <p:cNvSpPr txBox="1"/>
          <p:nvPr/>
        </p:nvSpPr>
        <p:spPr>
          <a:xfrm>
            <a:off x="6548259" y="5515267"/>
            <a:ext cx="1782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34EA2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GET THIS PLAN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9558461-FE7D-4C49-BC59-F188DD191B66}"/>
              </a:ext>
            </a:extLst>
          </p:cNvPr>
          <p:cNvSpPr txBox="1"/>
          <p:nvPr/>
        </p:nvSpPr>
        <p:spPr>
          <a:xfrm>
            <a:off x="6453917" y="3521139"/>
            <a:ext cx="1880014" cy="1761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Up to 50 user 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Max 100 item / month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100 queries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Basic Statistic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Email Support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492C2FEB-A19A-48DD-B436-5159D90FA42D}"/>
              </a:ext>
            </a:extLst>
          </p:cNvPr>
          <p:cNvCxnSpPr>
            <a:cxnSpLocks/>
          </p:cNvCxnSpPr>
          <p:nvPr/>
        </p:nvCxnSpPr>
        <p:spPr>
          <a:xfrm>
            <a:off x="6409770" y="3580142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3E9428CF-D8F5-4610-B18C-F6FDF093AC2B}"/>
              </a:ext>
            </a:extLst>
          </p:cNvPr>
          <p:cNvCxnSpPr>
            <a:cxnSpLocks/>
          </p:cNvCxnSpPr>
          <p:nvPr/>
        </p:nvCxnSpPr>
        <p:spPr>
          <a:xfrm>
            <a:off x="6409770" y="3933758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D4093E72-1A2A-42D1-BA45-7772C7DBFABB}"/>
              </a:ext>
            </a:extLst>
          </p:cNvPr>
          <p:cNvCxnSpPr>
            <a:cxnSpLocks/>
          </p:cNvCxnSpPr>
          <p:nvPr/>
        </p:nvCxnSpPr>
        <p:spPr>
          <a:xfrm>
            <a:off x="6409770" y="4287373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E5DB94B-E064-417A-BAA5-D26A66EE1E3D}"/>
              </a:ext>
            </a:extLst>
          </p:cNvPr>
          <p:cNvCxnSpPr>
            <a:cxnSpLocks/>
          </p:cNvCxnSpPr>
          <p:nvPr/>
        </p:nvCxnSpPr>
        <p:spPr>
          <a:xfrm>
            <a:off x="6409770" y="4640989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05820146-1016-4DBC-8A9B-78D6EC195C57}"/>
              </a:ext>
            </a:extLst>
          </p:cNvPr>
          <p:cNvCxnSpPr>
            <a:cxnSpLocks/>
          </p:cNvCxnSpPr>
          <p:nvPr/>
        </p:nvCxnSpPr>
        <p:spPr>
          <a:xfrm>
            <a:off x="6409770" y="4994604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77AA2F7A-70DB-4A3B-AFF0-79DC7E47A9B2}"/>
              </a:ext>
            </a:extLst>
          </p:cNvPr>
          <p:cNvSpPr txBox="1"/>
          <p:nvPr/>
        </p:nvSpPr>
        <p:spPr>
          <a:xfrm>
            <a:off x="9109196" y="2716046"/>
            <a:ext cx="20535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37121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STANDARD</a:t>
            </a:r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87843082-C17A-4159-9EE4-711638226E47}"/>
              </a:ext>
            </a:extLst>
          </p:cNvPr>
          <p:cNvSpPr/>
          <p:nvPr/>
        </p:nvSpPr>
        <p:spPr>
          <a:xfrm rot="10800000" flipV="1">
            <a:off x="8817764" y="5380342"/>
            <a:ext cx="2624863" cy="577628"/>
          </a:xfrm>
          <a:custGeom>
            <a:avLst/>
            <a:gdLst>
              <a:gd name="connsiteX0" fmla="*/ 0 w 2657371"/>
              <a:gd name="connsiteY0" fmla="*/ 0 h 5285148"/>
              <a:gd name="connsiteX1" fmla="*/ 2657371 w 2657371"/>
              <a:gd name="connsiteY1" fmla="*/ 0 h 5285148"/>
              <a:gd name="connsiteX2" fmla="*/ 2657371 w 2657371"/>
              <a:gd name="connsiteY2" fmla="*/ 5285148 h 5285148"/>
              <a:gd name="connsiteX3" fmla="*/ 0 w 2657371"/>
              <a:gd name="connsiteY3" fmla="*/ 5285148 h 5285148"/>
              <a:gd name="connsiteX4" fmla="*/ 0 w 2657371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1" h="5285148">
                <a:moveTo>
                  <a:pt x="0" y="0"/>
                </a:moveTo>
                <a:lnTo>
                  <a:pt x="2657371" y="0"/>
                </a:lnTo>
                <a:lnTo>
                  <a:pt x="2657371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B7D67EC-7639-4A2A-857F-F6076EBDFE1B}"/>
              </a:ext>
            </a:extLst>
          </p:cNvPr>
          <p:cNvSpPr txBox="1"/>
          <p:nvPr/>
        </p:nvSpPr>
        <p:spPr>
          <a:xfrm>
            <a:off x="9244733" y="5504613"/>
            <a:ext cx="1782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37121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GET THIS PLAN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5AB53C9-CFE9-4B95-9A58-6800D0A03E59}"/>
              </a:ext>
            </a:extLst>
          </p:cNvPr>
          <p:cNvSpPr txBox="1"/>
          <p:nvPr/>
        </p:nvSpPr>
        <p:spPr>
          <a:xfrm>
            <a:off x="9195952" y="3521139"/>
            <a:ext cx="1880014" cy="1761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Up to 50 user 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Max 100 item / month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100 queries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Basic Statistic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Email Support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AC10AAD5-A735-4136-B73B-5C4366D7AFFD}"/>
              </a:ext>
            </a:extLst>
          </p:cNvPr>
          <p:cNvCxnSpPr>
            <a:cxnSpLocks/>
          </p:cNvCxnSpPr>
          <p:nvPr/>
        </p:nvCxnSpPr>
        <p:spPr>
          <a:xfrm>
            <a:off x="9100480" y="3580142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B121BFE-B3D6-4176-9C4F-3AADDD44FB01}"/>
              </a:ext>
            </a:extLst>
          </p:cNvPr>
          <p:cNvCxnSpPr>
            <a:cxnSpLocks/>
          </p:cNvCxnSpPr>
          <p:nvPr/>
        </p:nvCxnSpPr>
        <p:spPr>
          <a:xfrm>
            <a:off x="9100480" y="3933758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794AA876-C520-4A05-8564-72FA0AAF53E5}"/>
              </a:ext>
            </a:extLst>
          </p:cNvPr>
          <p:cNvCxnSpPr>
            <a:cxnSpLocks/>
          </p:cNvCxnSpPr>
          <p:nvPr/>
        </p:nvCxnSpPr>
        <p:spPr>
          <a:xfrm>
            <a:off x="9100480" y="4287373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0E9530D-9FF5-4ABB-BEBC-433A1CC71F77}"/>
              </a:ext>
            </a:extLst>
          </p:cNvPr>
          <p:cNvCxnSpPr>
            <a:cxnSpLocks/>
          </p:cNvCxnSpPr>
          <p:nvPr/>
        </p:nvCxnSpPr>
        <p:spPr>
          <a:xfrm>
            <a:off x="9100480" y="4640989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E9AB6223-F0E6-4162-90D8-FEA92A17DE52}"/>
              </a:ext>
            </a:extLst>
          </p:cNvPr>
          <p:cNvCxnSpPr>
            <a:cxnSpLocks/>
          </p:cNvCxnSpPr>
          <p:nvPr/>
        </p:nvCxnSpPr>
        <p:spPr>
          <a:xfrm>
            <a:off x="9100480" y="4994604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ound Diagonal Corner Rectangle 62">
            <a:extLst>
              <a:ext uri="{FF2B5EF4-FFF2-40B4-BE49-F238E27FC236}">
                <a16:creationId xmlns:a16="http://schemas.microsoft.com/office/drawing/2014/main" id="{6B77E1C3-253D-504F-A81C-54A8AC0C43E2}"/>
              </a:ext>
            </a:extLst>
          </p:cNvPr>
          <p:cNvSpPr/>
          <p:nvPr/>
        </p:nvSpPr>
        <p:spPr>
          <a:xfrm>
            <a:off x="748484" y="1668826"/>
            <a:ext cx="2619140" cy="888350"/>
          </a:xfrm>
          <a:prstGeom prst="round2DiagRect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600" dirty="0">
                <a:latin typeface="BR Omega VN" pitchFamily="2" charset="77"/>
              </a:rPr>
              <a:t>2999/yr</a:t>
            </a:r>
          </a:p>
        </p:txBody>
      </p:sp>
      <p:sp>
        <p:nvSpPr>
          <p:cNvPr id="64" name="Round Diagonal Corner Rectangle 63">
            <a:extLst>
              <a:ext uri="{FF2B5EF4-FFF2-40B4-BE49-F238E27FC236}">
                <a16:creationId xmlns:a16="http://schemas.microsoft.com/office/drawing/2014/main" id="{E3CA32B5-3888-934B-A720-45F6A8EAB7CC}"/>
              </a:ext>
            </a:extLst>
          </p:cNvPr>
          <p:cNvSpPr/>
          <p:nvPr/>
        </p:nvSpPr>
        <p:spPr>
          <a:xfrm>
            <a:off x="3433477" y="1669584"/>
            <a:ext cx="2619140" cy="888350"/>
          </a:xfrm>
          <a:prstGeom prst="round2DiagRect">
            <a:avLst/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600" dirty="0">
                <a:latin typeface="BR Omega VN" pitchFamily="2" charset="77"/>
              </a:rPr>
              <a:t>4999/yr</a:t>
            </a:r>
          </a:p>
        </p:txBody>
      </p:sp>
      <p:sp>
        <p:nvSpPr>
          <p:cNvPr id="65" name="Round Diagonal Corner Rectangle 64">
            <a:extLst>
              <a:ext uri="{FF2B5EF4-FFF2-40B4-BE49-F238E27FC236}">
                <a16:creationId xmlns:a16="http://schemas.microsoft.com/office/drawing/2014/main" id="{59762445-2454-6C41-A003-09C578D54B89}"/>
              </a:ext>
            </a:extLst>
          </p:cNvPr>
          <p:cNvSpPr/>
          <p:nvPr/>
        </p:nvSpPr>
        <p:spPr>
          <a:xfrm>
            <a:off x="6136518" y="1668826"/>
            <a:ext cx="2615399" cy="888350"/>
          </a:xfrm>
          <a:prstGeom prst="round2Diag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600" dirty="0">
                <a:latin typeface="BR Omega VN" pitchFamily="2" charset="77"/>
              </a:rPr>
              <a:t>6999/yr</a:t>
            </a:r>
          </a:p>
        </p:txBody>
      </p:sp>
      <p:sp>
        <p:nvSpPr>
          <p:cNvPr id="66" name="Round Diagonal Corner Rectangle 65">
            <a:extLst>
              <a:ext uri="{FF2B5EF4-FFF2-40B4-BE49-F238E27FC236}">
                <a16:creationId xmlns:a16="http://schemas.microsoft.com/office/drawing/2014/main" id="{C1516F07-0EA9-9943-908A-474131DF9A8B}"/>
              </a:ext>
            </a:extLst>
          </p:cNvPr>
          <p:cNvSpPr/>
          <p:nvPr/>
        </p:nvSpPr>
        <p:spPr>
          <a:xfrm>
            <a:off x="8817764" y="1666667"/>
            <a:ext cx="2624863" cy="888350"/>
          </a:xfrm>
          <a:prstGeom prst="round2DiagRect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600" dirty="0">
                <a:solidFill>
                  <a:srgbClr val="F37121"/>
                </a:solidFill>
                <a:latin typeface="BR Omega VN" pitchFamily="2" charset="77"/>
              </a:rPr>
              <a:t>9999/yr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B3CDDA-83A5-8A42-A1FC-841AADF3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239093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9A4FB-CD71-4297-B7B9-A22008960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3" name="Subtitle 6">
            <a:extLst>
              <a:ext uri="{FF2B5EF4-FFF2-40B4-BE49-F238E27FC236}">
                <a16:creationId xmlns:a16="http://schemas.microsoft.com/office/drawing/2014/main" id="{B5E9FD08-6E43-41A8-B681-7014586B8CAF}"/>
              </a:ext>
            </a:extLst>
          </p:cNvPr>
          <p:cNvSpPr txBox="1">
            <a:spLocks/>
          </p:cNvSpPr>
          <p:nvPr/>
        </p:nvSpPr>
        <p:spPr>
          <a:xfrm>
            <a:off x="525780" y="1127768"/>
            <a:ext cx="11569888" cy="266629"/>
          </a:xfrm>
          <a:prstGeom prst="rect">
            <a:avLst/>
          </a:prstGeom>
        </p:spPr>
        <p:txBody>
          <a:bodyPr vert="horz" lIns="91440" tIns="45720" rIns="91440" bIns="45720" numCol="1" spcCol="36576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kern="1200">
                <a:solidFill>
                  <a:schemeClr val="accent1"/>
                </a:solidFill>
                <a:latin typeface="Montserrat Light" charset="0"/>
                <a:ea typeface="Montserrat Light" charset="0"/>
                <a:cs typeface="Montserrat Light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the sample dummy text insert your desired text here because this is the dummy text.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6721502-263F-4A5D-B8F7-A5626057914B}"/>
              </a:ext>
            </a:extLst>
          </p:cNvPr>
          <p:cNvSpPr/>
          <p:nvPr/>
        </p:nvSpPr>
        <p:spPr>
          <a:xfrm>
            <a:off x="4423915" y="2211663"/>
            <a:ext cx="3344168" cy="334416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775611" y="415862"/>
                </a:moveTo>
                <a:arcTo wR="1672084" hR="1672084" stAng="18677861" swAng="1222382"/>
              </a:path>
            </a:pathLst>
          </a:custGeom>
          <a:noFill/>
          <a:ln w="50800">
            <a:solidFill>
              <a:srgbClr val="B5B5B5"/>
            </a:solidFill>
            <a:tailEnd type="arrow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E536409-51E7-4714-88F0-FD49EB439245}"/>
              </a:ext>
            </a:extLst>
          </p:cNvPr>
          <p:cNvSpPr/>
          <p:nvPr/>
        </p:nvSpPr>
        <p:spPr>
          <a:xfrm>
            <a:off x="4423915" y="2211663"/>
            <a:ext cx="3344168" cy="334416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3143910" y="2465551"/>
                </a:moveTo>
                <a:arcTo wR="1672084" hR="1672084" stAng="1699757" swAng="1222382"/>
              </a:path>
            </a:pathLst>
          </a:custGeom>
          <a:noFill/>
          <a:ln w="50800">
            <a:solidFill>
              <a:srgbClr val="B5B5B5"/>
            </a:solidFill>
            <a:tailEnd type="arrow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8E3DC88-DEDB-49DD-9D2A-678A822B92D9}"/>
              </a:ext>
            </a:extLst>
          </p:cNvPr>
          <p:cNvSpPr/>
          <p:nvPr/>
        </p:nvSpPr>
        <p:spPr>
          <a:xfrm>
            <a:off x="4423915" y="2211663"/>
            <a:ext cx="3344168" cy="334416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568556" y="2928305"/>
                </a:moveTo>
                <a:arcTo wR="1672084" hR="1672084" stAng="7877861" swAng="1222382"/>
              </a:path>
            </a:pathLst>
          </a:custGeom>
          <a:noFill/>
          <a:ln w="50800">
            <a:solidFill>
              <a:srgbClr val="B5B5B5"/>
            </a:solidFill>
            <a:tailEnd type="arrow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VN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FA2080C-0188-4175-B28D-FBFF31A1E8C8}"/>
              </a:ext>
            </a:extLst>
          </p:cNvPr>
          <p:cNvSpPr/>
          <p:nvPr/>
        </p:nvSpPr>
        <p:spPr>
          <a:xfrm>
            <a:off x="4423915" y="2211663"/>
            <a:ext cx="3344168" cy="334416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00257" y="878616"/>
                </a:moveTo>
                <a:arcTo wR="1672084" hR="1672084" stAng="12499757" swAng="1222382"/>
              </a:path>
            </a:pathLst>
          </a:custGeom>
          <a:noFill/>
          <a:ln w="50800">
            <a:solidFill>
              <a:srgbClr val="B5B5B5"/>
            </a:solidFill>
            <a:tailEnd type="arrow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VN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F91B703-FC32-4D62-91C5-8C68E4B42639}"/>
              </a:ext>
            </a:extLst>
          </p:cNvPr>
          <p:cNvGrpSpPr/>
          <p:nvPr/>
        </p:nvGrpSpPr>
        <p:grpSpPr>
          <a:xfrm>
            <a:off x="8844099" y="2679910"/>
            <a:ext cx="2403550" cy="1110506"/>
            <a:chOff x="7654850" y="1594824"/>
            <a:chExt cx="2403550" cy="1110506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C160F7F-30A9-4905-AB92-B6FE6FF4E86C}"/>
                </a:ext>
              </a:extLst>
            </p:cNvPr>
            <p:cNvSpPr txBox="1"/>
            <p:nvPr/>
          </p:nvSpPr>
          <p:spPr>
            <a:xfrm>
              <a:off x="7654851" y="1594824"/>
              <a:ext cx="2228290" cy="369332"/>
            </a:xfrm>
            <a:prstGeom prst="rect">
              <a:avLst/>
            </a:prstGeom>
            <a:noFill/>
          </p:spPr>
          <p:txBody>
            <a:bodyPr wrap="square" numCol="1" spcCol="0" rtlCol="0" anchor="ctr">
              <a:spAutoFit/>
            </a:bodyPr>
            <a:lstStyle/>
            <a:p>
              <a:r>
                <a:rPr lang="en-US" b="1" dirty="0">
                  <a:solidFill>
                    <a:srgbClr val="034EA2"/>
                  </a:solidFill>
                  <a:latin typeface="BR Omega VN" pitchFamily="2" charset="77"/>
                  <a:ea typeface="Montserrat" charset="0"/>
                  <a:cs typeface="Montserrat" charset="0"/>
                </a:rPr>
                <a:t>Edit Text Here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C8EB1DD-5EA7-4E07-9B54-3FE1845981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4850" y="1943134"/>
              <a:ext cx="2403550" cy="762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This is the sample dummy</a:t>
              </a:r>
            </a:p>
            <a:p>
              <a:pPr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 insert your desired text here because this is the.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FAF9B80-1E63-4D64-8E4C-B795408CBD3C}"/>
              </a:ext>
            </a:extLst>
          </p:cNvPr>
          <p:cNvGrpSpPr/>
          <p:nvPr/>
        </p:nvGrpSpPr>
        <p:grpSpPr>
          <a:xfrm>
            <a:off x="7072819" y="5338758"/>
            <a:ext cx="2403550" cy="1110506"/>
            <a:chOff x="7654850" y="1594824"/>
            <a:chExt cx="2403550" cy="111050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A97C6AC-ABDC-41FF-8CD1-9E8C02C88295}"/>
                </a:ext>
              </a:extLst>
            </p:cNvPr>
            <p:cNvSpPr txBox="1"/>
            <p:nvPr/>
          </p:nvSpPr>
          <p:spPr>
            <a:xfrm>
              <a:off x="7654851" y="1594824"/>
              <a:ext cx="2228290" cy="369332"/>
            </a:xfrm>
            <a:prstGeom prst="rect">
              <a:avLst/>
            </a:prstGeom>
            <a:noFill/>
          </p:spPr>
          <p:txBody>
            <a:bodyPr wrap="square" numCol="1" spcCol="0" rtlCol="0" anchor="ctr">
              <a:spAutoFit/>
            </a:bodyPr>
            <a:lstStyle/>
            <a:p>
              <a:r>
                <a:rPr lang="en-US" b="1" dirty="0">
                  <a:solidFill>
                    <a:srgbClr val="19226D"/>
                  </a:solidFill>
                  <a:latin typeface="BR Omega VN" pitchFamily="2" charset="77"/>
                  <a:ea typeface="Montserrat" charset="0"/>
                  <a:cs typeface="Montserrat" charset="0"/>
                </a:rPr>
                <a:t>Edit Text Here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9DFE2A3-7899-448B-B37E-74953AEA8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4850" y="1943134"/>
              <a:ext cx="2403550" cy="762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This is the sample dummy</a:t>
              </a:r>
            </a:p>
            <a:p>
              <a:pPr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 insert your desired text here because this is the.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7C957B1-FF0E-4874-B227-AD7717E8DD51}"/>
              </a:ext>
            </a:extLst>
          </p:cNvPr>
          <p:cNvGrpSpPr/>
          <p:nvPr/>
        </p:nvGrpSpPr>
        <p:grpSpPr>
          <a:xfrm>
            <a:off x="988435" y="3921830"/>
            <a:ext cx="2403550" cy="1110506"/>
            <a:chOff x="7654850" y="1594824"/>
            <a:chExt cx="2403550" cy="1110506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191FB7B-2411-4A15-AAFC-F72654572069}"/>
                </a:ext>
              </a:extLst>
            </p:cNvPr>
            <p:cNvSpPr txBox="1"/>
            <p:nvPr/>
          </p:nvSpPr>
          <p:spPr>
            <a:xfrm>
              <a:off x="7830110" y="1594824"/>
              <a:ext cx="2228290" cy="369332"/>
            </a:xfrm>
            <a:prstGeom prst="rect">
              <a:avLst/>
            </a:prstGeom>
            <a:noFill/>
          </p:spPr>
          <p:txBody>
            <a:bodyPr wrap="square" numCol="1" spcCol="0" rtlCol="0" anchor="ctr">
              <a:spAutoFit/>
            </a:bodyPr>
            <a:lstStyle/>
            <a:p>
              <a:pPr algn="r"/>
              <a:r>
                <a:rPr lang="en-US" b="1" dirty="0">
                  <a:solidFill>
                    <a:srgbClr val="50B848"/>
                  </a:solidFill>
                  <a:latin typeface="BR Omega VN" pitchFamily="2" charset="77"/>
                  <a:ea typeface="Montserrat" charset="0"/>
                  <a:cs typeface="Montserrat" charset="0"/>
                </a:rPr>
                <a:t>Edit Text Here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798CBB6-D4E9-4AD8-95C5-260BB9089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4850" y="1943134"/>
              <a:ext cx="2403550" cy="762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This is the sample dummy</a:t>
              </a:r>
            </a:p>
            <a:p>
              <a:pPr algn="r"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 insert your desired text here because this is the.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82DB8F4-D192-48B2-B7BB-86409C803E0E}"/>
              </a:ext>
            </a:extLst>
          </p:cNvPr>
          <p:cNvGrpSpPr/>
          <p:nvPr/>
        </p:nvGrpSpPr>
        <p:grpSpPr>
          <a:xfrm>
            <a:off x="2187663" y="1742707"/>
            <a:ext cx="2403550" cy="1110506"/>
            <a:chOff x="7654850" y="1594824"/>
            <a:chExt cx="2403550" cy="1110506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69D37C1-8942-4CA2-9CAB-F99C14C51F4F}"/>
                </a:ext>
              </a:extLst>
            </p:cNvPr>
            <p:cNvSpPr txBox="1"/>
            <p:nvPr/>
          </p:nvSpPr>
          <p:spPr>
            <a:xfrm>
              <a:off x="7830110" y="1594824"/>
              <a:ext cx="2228290" cy="369332"/>
            </a:xfrm>
            <a:prstGeom prst="rect">
              <a:avLst/>
            </a:prstGeom>
            <a:noFill/>
          </p:spPr>
          <p:txBody>
            <a:bodyPr wrap="square" numCol="1" spcCol="0" rtlCol="0" anchor="ctr">
              <a:spAutoFit/>
            </a:bodyPr>
            <a:lstStyle/>
            <a:p>
              <a:pPr algn="r"/>
              <a:r>
                <a:rPr lang="en-US" b="1" dirty="0">
                  <a:solidFill>
                    <a:srgbClr val="33B2C1"/>
                  </a:solidFill>
                  <a:latin typeface="BR Omega VN" pitchFamily="2" charset="77"/>
                  <a:ea typeface="Montserrat" charset="0"/>
                  <a:cs typeface="Montserrat" charset="0"/>
                </a:rPr>
                <a:t>Edit Text Here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BE1225C-6408-46D9-8CFF-B671B69F55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4850" y="1943134"/>
              <a:ext cx="2403550" cy="762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This is the sample dummy</a:t>
              </a:r>
            </a:p>
            <a:p>
              <a:pPr algn="r"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 insert your desired text here because this is the.</a:t>
              </a:r>
            </a:p>
          </p:txBody>
        </p:sp>
      </p:grpSp>
      <p:sp>
        <p:nvSpPr>
          <p:cNvPr id="37" name="Round Diagonal Corner Rectangle 36">
            <a:extLst>
              <a:ext uri="{FF2B5EF4-FFF2-40B4-BE49-F238E27FC236}">
                <a16:creationId xmlns:a16="http://schemas.microsoft.com/office/drawing/2014/main" id="{3DC64B6F-A1AA-7B42-ACFD-86CD9E4E6106}"/>
              </a:ext>
            </a:extLst>
          </p:cNvPr>
          <p:cNvSpPr/>
          <p:nvPr/>
        </p:nvSpPr>
        <p:spPr>
          <a:xfrm>
            <a:off x="5237130" y="4606639"/>
            <a:ext cx="1717740" cy="118689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38" name="Round Diagonal Corner Rectangle 37">
            <a:extLst>
              <a:ext uri="{FF2B5EF4-FFF2-40B4-BE49-F238E27FC236}">
                <a16:creationId xmlns:a16="http://schemas.microsoft.com/office/drawing/2014/main" id="{0B1B185B-A46E-5646-AC7E-6E8A23895D2C}"/>
              </a:ext>
            </a:extLst>
          </p:cNvPr>
          <p:cNvSpPr/>
          <p:nvPr/>
        </p:nvSpPr>
        <p:spPr>
          <a:xfrm>
            <a:off x="6954870" y="3233826"/>
            <a:ext cx="1717740" cy="118689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39" name="Round Diagonal Corner Rectangle 38">
            <a:extLst>
              <a:ext uri="{FF2B5EF4-FFF2-40B4-BE49-F238E27FC236}">
                <a16:creationId xmlns:a16="http://schemas.microsoft.com/office/drawing/2014/main" id="{8318A63A-571A-A44B-B520-171C5773DC1D}"/>
              </a:ext>
            </a:extLst>
          </p:cNvPr>
          <p:cNvSpPr/>
          <p:nvPr/>
        </p:nvSpPr>
        <p:spPr>
          <a:xfrm>
            <a:off x="5237129" y="1953045"/>
            <a:ext cx="1717740" cy="118689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40" name="Round Diagonal Corner Rectangle 39">
            <a:extLst>
              <a:ext uri="{FF2B5EF4-FFF2-40B4-BE49-F238E27FC236}">
                <a16:creationId xmlns:a16="http://schemas.microsoft.com/office/drawing/2014/main" id="{67DA0483-714F-C543-B2D7-99D4FEA25B34}"/>
              </a:ext>
            </a:extLst>
          </p:cNvPr>
          <p:cNvSpPr/>
          <p:nvPr/>
        </p:nvSpPr>
        <p:spPr>
          <a:xfrm>
            <a:off x="3519389" y="3249226"/>
            <a:ext cx="1717740" cy="118689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E79CB0D-81AA-AB49-B367-38C44EEEBBC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6184" y="4780387"/>
            <a:ext cx="865791" cy="86823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AFEE12A-841A-0846-A8AC-FBBF9FEAC1B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3924" y="3375959"/>
            <a:ext cx="865791" cy="86579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3384D30-9081-BF45-B672-3CB5FDA3283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1884" y="2118877"/>
            <a:ext cx="868230" cy="86579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10E2AF0-C93B-6748-AC4D-0BE6D57B181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7404" y="3415567"/>
            <a:ext cx="865791" cy="8657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734D77-CE03-8542-83F0-923B97C8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86720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12F09C3E-7F03-4E09-9082-D2436C2D0886}"/>
              </a:ext>
            </a:extLst>
          </p:cNvPr>
          <p:cNvSpPr txBox="1"/>
          <p:nvPr/>
        </p:nvSpPr>
        <p:spPr>
          <a:xfrm>
            <a:off x="1587052" y="4006244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2021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712E1EE-BE2D-41B1-BFB3-80E6CA42DC45}"/>
              </a:ext>
            </a:extLst>
          </p:cNvPr>
          <p:cNvSpPr txBox="1"/>
          <p:nvPr/>
        </p:nvSpPr>
        <p:spPr>
          <a:xfrm>
            <a:off x="4412420" y="3963074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2023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96C4D04-7F52-4507-B840-ED8C1496251A}"/>
              </a:ext>
            </a:extLst>
          </p:cNvPr>
          <p:cNvSpPr txBox="1"/>
          <p:nvPr/>
        </p:nvSpPr>
        <p:spPr>
          <a:xfrm>
            <a:off x="7296556" y="3975109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2025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E0AC187-3F39-4B37-A324-255F4DBAAE32}"/>
              </a:ext>
            </a:extLst>
          </p:cNvPr>
          <p:cNvSpPr txBox="1"/>
          <p:nvPr/>
        </p:nvSpPr>
        <p:spPr>
          <a:xfrm>
            <a:off x="10147938" y="3925901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2027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94C87F-B69B-4BF5-B91E-4DC4605596EB}"/>
              </a:ext>
            </a:extLst>
          </p:cNvPr>
          <p:cNvSpPr txBox="1"/>
          <p:nvPr/>
        </p:nvSpPr>
        <p:spPr>
          <a:xfrm>
            <a:off x="2940966" y="3283148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2022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21944F7-2717-4B83-B99C-C4B572761D29}"/>
              </a:ext>
            </a:extLst>
          </p:cNvPr>
          <p:cNvSpPr txBox="1"/>
          <p:nvPr/>
        </p:nvSpPr>
        <p:spPr>
          <a:xfrm>
            <a:off x="5825104" y="3283148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2024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D567ED7-AD35-4591-97EB-472C07244123}"/>
              </a:ext>
            </a:extLst>
          </p:cNvPr>
          <p:cNvSpPr txBox="1"/>
          <p:nvPr/>
        </p:nvSpPr>
        <p:spPr>
          <a:xfrm>
            <a:off x="8725204" y="3283148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2026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6EFD109-97F6-4023-9F83-1EEF189F95BC}"/>
              </a:ext>
            </a:extLst>
          </p:cNvPr>
          <p:cNvSpPr txBox="1"/>
          <p:nvPr/>
        </p:nvSpPr>
        <p:spPr>
          <a:xfrm>
            <a:off x="656616" y="1490134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01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3E4BEF4-D26D-41C3-8D66-AAE7214793FF}"/>
              </a:ext>
            </a:extLst>
          </p:cNvPr>
          <p:cNvSpPr txBox="1"/>
          <p:nvPr/>
        </p:nvSpPr>
        <p:spPr>
          <a:xfrm>
            <a:off x="1253533" y="1548883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FCB0245-1506-4A80-BBF1-AC84E6D24A14}"/>
              </a:ext>
            </a:extLst>
          </p:cNvPr>
          <p:cNvSpPr txBox="1"/>
          <p:nvPr/>
        </p:nvSpPr>
        <p:spPr>
          <a:xfrm>
            <a:off x="3477533" y="1490134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03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8929BBE-1BB7-4119-975F-F1EB03E21DEE}"/>
              </a:ext>
            </a:extLst>
          </p:cNvPr>
          <p:cNvSpPr txBox="1"/>
          <p:nvPr/>
        </p:nvSpPr>
        <p:spPr>
          <a:xfrm>
            <a:off x="4074449" y="1548883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1256EDB-AB35-40CB-8CCB-1B5FE15509BE}"/>
              </a:ext>
            </a:extLst>
          </p:cNvPr>
          <p:cNvSpPr txBox="1"/>
          <p:nvPr/>
        </p:nvSpPr>
        <p:spPr>
          <a:xfrm>
            <a:off x="6409073" y="1490133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05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1DFE946-5FBA-4F4B-BEA0-10DF3D6B8249}"/>
              </a:ext>
            </a:extLst>
          </p:cNvPr>
          <p:cNvSpPr txBox="1"/>
          <p:nvPr/>
        </p:nvSpPr>
        <p:spPr>
          <a:xfrm>
            <a:off x="6970754" y="1548883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65B394A-0608-46F8-B040-20C6DDA26836}"/>
              </a:ext>
            </a:extLst>
          </p:cNvPr>
          <p:cNvSpPr txBox="1"/>
          <p:nvPr/>
        </p:nvSpPr>
        <p:spPr>
          <a:xfrm>
            <a:off x="9232449" y="1490134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07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567804A-9539-460E-8BDC-A8E38AC29C5B}"/>
              </a:ext>
            </a:extLst>
          </p:cNvPr>
          <p:cNvSpPr txBox="1"/>
          <p:nvPr/>
        </p:nvSpPr>
        <p:spPr>
          <a:xfrm>
            <a:off x="9829366" y="1548883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B9DA5A5-CF42-439D-95A5-D41B6B30EE69}"/>
              </a:ext>
            </a:extLst>
          </p:cNvPr>
          <p:cNvSpPr txBox="1"/>
          <p:nvPr/>
        </p:nvSpPr>
        <p:spPr>
          <a:xfrm>
            <a:off x="2010530" y="5399448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02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9C3F0AF-4098-4DC0-BDBB-7441CA48D58A}"/>
              </a:ext>
            </a:extLst>
          </p:cNvPr>
          <p:cNvSpPr txBox="1"/>
          <p:nvPr/>
        </p:nvSpPr>
        <p:spPr>
          <a:xfrm>
            <a:off x="2607447" y="5458197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1FB98D0-EC69-4BA2-B3DA-70EACE9ABC37}"/>
              </a:ext>
            </a:extLst>
          </p:cNvPr>
          <p:cNvSpPr txBox="1"/>
          <p:nvPr/>
        </p:nvSpPr>
        <p:spPr>
          <a:xfrm>
            <a:off x="4906835" y="5399448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04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BE43F7D-7D26-47D6-B3A1-AD83B6773196}"/>
              </a:ext>
            </a:extLst>
          </p:cNvPr>
          <p:cNvSpPr txBox="1"/>
          <p:nvPr/>
        </p:nvSpPr>
        <p:spPr>
          <a:xfrm>
            <a:off x="5503751" y="5458197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FB8B786-4329-4A54-9B4A-E07424AA2DE8}"/>
              </a:ext>
            </a:extLst>
          </p:cNvPr>
          <p:cNvSpPr txBox="1"/>
          <p:nvPr/>
        </p:nvSpPr>
        <p:spPr>
          <a:xfrm>
            <a:off x="7765447" y="5399448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06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FD9D4E5-1EE0-4E92-A438-7CFC26230A54}"/>
              </a:ext>
            </a:extLst>
          </p:cNvPr>
          <p:cNvSpPr txBox="1"/>
          <p:nvPr/>
        </p:nvSpPr>
        <p:spPr>
          <a:xfrm>
            <a:off x="8362364" y="5458197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DEAB00-BDB3-1F4E-809E-E7B52EF39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120" name="Round Diagonal Corner Rectangle 119">
            <a:extLst>
              <a:ext uri="{FF2B5EF4-FFF2-40B4-BE49-F238E27FC236}">
                <a16:creationId xmlns:a16="http://schemas.microsoft.com/office/drawing/2014/main" id="{24E66B82-F23B-CD47-A0A1-9517845D8A75}"/>
              </a:ext>
            </a:extLst>
          </p:cNvPr>
          <p:cNvSpPr/>
          <p:nvPr/>
        </p:nvSpPr>
        <p:spPr>
          <a:xfrm>
            <a:off x="2607447" y="4531957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24" name="Round Diagonal Corner Rectangle 123">
            <a:extLst>
              <a:ext uri="{FF2B5EF4-FFF2-40B4-BE49-F238E27FC236}">
                <a16:creationId xmlns:a16="http://schemas.microsoft.com/office/drawing/2014/main" id="{1A517913-2374-7640-A922-235165D3D948}"/>
              </a:ext>
            </a:extLst>
          </p:cNvPr>
          <p:cNvSpPr/>
          <p:nvPr/>
        </p:nvSpPr>
        <p:spPr>
          <a:xfrm>
            <a:off x="5499566" y="4531957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28" name="Round Diagonal Corner Rectangle 127">
            <a:extLst>
              <a:ext uri="{FF2B5EF4-FFF2-40B4-BE49-F238E27FC236}">
                <a16:creationId xmlns:a16="http://schemas.microsoft.com/office/drawing/2014/main" id="{77B30A40-A4B8-C945-9A7A-CB6243A8F0A3}"/>
              </a:ext>
            </a:extLst>
          </p:cNvPr>
          <p:cNvSpPr/>
          <p:nvPr/>
        </p:nvSpPr>
        <p:spPr>
          <a:xfrm>
            <a:off x="8391685" y="4531957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B8EC30-1ABB-CF47-9C5B-31FDDFF2E5E6}"/>
              </a:ext>
            </a:extLst>
          </p:cNvPr>
          <p:cNvCxnSpPr>
            <a:cxnSpLocks/>
          </p:cNvCxnSpPr>
          <p:nvPr/>
        </p:nvCxnSpPr>
        <p:spPr>
          <a:xfrm>
            <a:off x="656616" y="3750733"/>
            <a:ext cx="10629451" cy="0"/>
          </a:xfrm>
          <a:prstGeom prst="straightConnector1">
            <a:avLst/>
          </a:prstGeom>
          <a:ln w="22225">
            <a:solidFill>
              <a:srgbClr val="F3712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A2228E-3302-A242-9989-11E08B168C04}"/>
              </a:ext>
            </a:extLst>
          </p:cNvPr>
          <p:cNvCxnSpPr>
            <a:cxnSpLocks/>
          </p:cNvCxnSpPr>
          <p:nvPr/>
        </p:nvCxnSpPr>
        <p:spPr>
          <a:xfrm>
            <a:off x="1826108" y="3107267"/>
            <a:ext cx="0" cy="643465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3A786DFE-949F-E44A-841D-60B960A454E1}"/>
              </a:ext>
            </a:extLst>
          </p:cNvPr>
          <p:cNvCxnSpPr>
            <a:cxnSpLocks/>
            <a:stCxn id="120" idx="3"/>
          </p:cNvCxnSpPr>
          <p:nvPr/>
        </p:nvCxnSpPr>
        <p:spPr>
          <a:xfrm flipV="1">
            <a:off x="3180022" y="3750733"/>
            <a:ext cx="0" cy="781224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D499676D-AFB8-A849-83FA-D52F6B08044F}"/>
              </a:ext>
            </a:extLst>
          </p:cNvPr>
          <p:cNvCxnSpPr>
            <a:cxnSpLocks/>
          </p:cNvCxnSpPr>
          <p:nvPr/>
        </p:nvCxnSpPr>
        <p:spPr>
          <a:xfrm>
            <a:off x="4622781" y="3107268"/>
            <a:ext cx="0" cy="643465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4B4F538B-5411-EF46-AEAB-CF37E59AE74E}"/>
              </a:ext>
            </a:extLst>
          </p:cNvPr>
          <p:cNvCxnSpPr>
            <a:cxnSpLocks/>
          </p:cNvCxnSpPr>
          <p:nvPr/>
        </p:nvCxnSpPr>
        <p:spPr>
          <a:xfrm flipV="1">
            <a:off x="6064159" y="3750733"/>
            <a:ext cx="0" cy="781224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7A7BCD8C-43B2-A843-9661-041EEC5F95B7}"/>
              </a:ext>
            </a:extLst>
          </p:cNvPr>
          <p:cNvCxnSpPr>
            <a:cxnSpLocks/>
          </p:cNvCxnSpPr>
          <p:nvPr/>
        </p:nvCxnSpPr>
        <p:spPr>
          <a:xfrm>
            <a:off x="7535613" y="3107268"/>
            <a:ext cx="0" cy="643465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416FD6F0-2D44-4E4B-B393-6320477E7C50}"/>
              </a:ext>
            </a:extLst>
          </p:cNvPr>
          <p:cNvCxnSpPr>
            <a:cxnSpLocks/>
          </p:cNvCxnSpPr>
          <p:nvPr/>
        </p:nvCxnSpPr>
        <p:spPr>
          <a:xfrm flipV="1">
            <a:off x="8964259" y="3750733"/>
            <a:ext cx="0" cy="781224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87E7F800-7330-3C45-A8CA-5C7E1E28D796}"/>
              </a:ext>
            </a:extLst>
          </p:cNvPr>
          <p:cNvCxnSpPr>
            <a:cxnSpLocks/>
          </p:cNvCxnSpPr>
          <p:nvPr/>
        </p:nvCxnSpPr>
        <p:spPr>
          <a:xfrm>
            <a:off x="10401941" y="3107267"/>
            <a:ext cx="0" cy="643465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und Diagonal Corner Rectangle 111">
            <a:extLst>
              <a:ext uri="{FF2B5EF4-FFF2-40B4-BE49-F238E27FC236}">
                <a16:creationId xmlns:a16="http://schemas.microsoft.com/office/drawing/2014/main" id="{EEE9B3CD-FE15-3441-985C-09BBE4343739}"/>
              </a:ext>
            </a:extLst>
          </p:cNvPr>
          <p:cNvSpPr/>
          <p:nvPr/>
        </p:nvSpPr>
        <p:spPr>
          <a:xfrm>
            <a:off x="1253533" y="2384693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22" name="Round Diagonal Corner Rectangle 121">
            <a:extLst>
              <a:ext uri="{FF2B5EF4-FFF2-40B4-BE49-F238E27FC236}">
                <a16:creationId xmlns:a16="http://schemas.microsoft.com/office/drawing/2014/main" id="{8D7C31DF-FF53-2341-A20B-34FE1D90117D}"/>
              </a:ext>
            </a:extLst>
          </p:cNvPr>
          <p:cNvSpPr/>
          <p:nvPr/>
        </p:nvSpPr>
        <p:spPr>
          <a:xfrm>
            <a:off x="4074449" y="2384693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25" name="Round Diagonal Corner Rectangle 124">
            <a:extLst>
              <a:ext uri="{FF2B5EF4-FFF2-40B4-BE49-F238E27FC236}">
                <a16:creationId xmlns:a16="http://schemas.microsoft.com/office/drawing/2014/main" id="{60CA7464-3CC3-DB43-8A63-4A779FAFB805}"/>
              </a:ext>
            </a:extLst>
          </p:cNvPr>
          <p:cNvSpPr/>
          <p:nvPr/>
        </p:nvSpPr>
        <p:spPr>
          <a:xfrm>
            <a:off x="6957842" y="2384693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31" name="Round Diagonal Corner Rectangle 130">
            <a:extLst>
              <a:ext uri="{FF2B5EF4-FFF2-40B4-BE49-F238E27FC236}">
                <a16:creationId xmlns:a16="http://schemas.microsoft.com/office/drawing/2014/main" id="{E6B74D07-595B-FF45-A2AA-D71824B7FAB6}"/>
              </a:ext>
            </a:extLst>
          </p:cNvPr>
          <p:cNvSpPr/>
          <p:nvPr/>
        </p:nvSpPr>
        <p:spPr>
          <a:xfrm>
            <a:off x="9841235" y="2384693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pic>
        <p:nvPicPr>
          <p:cNvPr id="204" name="Picture 203">
            <a:extLst>
              <a:ext uri="{FF2B5EF4-FFF2-40B4-BE49-F238E27FC236}">
                <a16:creationId xmlns:a16="http://schemas.microsoft.com/office/drawing/2014/main" id="{66F21AF7-E518-5544-BC6E-B8AB8DBC24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9571" y="2496500"/>
            <a:ext cx="522639" cy="522639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3D81CDDD-B9E7-5A45-A105-17899277FAE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0100" y="2479896"/>
            <a:ext cx="571026" cy="572635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00853E53-B218-844C-B504-DAF2D88C2CB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9630" y="4612194"/>
            <a:ext cx="560782" cy="560782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F0227759-23A5-8248-B161-28AAA2C14E8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07319" y="4681037"/>
            <a:ext cx="513879" cy="513879"/>
          </a:xfrm>
          <a:prstGeom prst="rect">
            <a:avLst/>
          </a:prstGeom>
        </p:spPr>
      </p:pic>
      <p:pic>
        <p:nvPicPr>
          <p:cNvPr id="208" name="Picture 207">
            <a:extLst>
              <a:ext uri="{FF2B5EF4-FFF2-40B4-BE49-F238E27FC236}">
                <a16:creationId xmlns:a16="http://schemas.microsoft.com/office/drawing/2014/main" id="{34AD358F-3C13-6145-BF74-8FDB0625F86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9074" y="4617500"/>
            <a:ext cx="550170" cy="550170"/>
          </a:xfrm>
          <a:prstGeom prst="rect">
            <a:avLst/>
          </a:prstGeom>
        </p:spPr>
      </p:pic>
      <p:pic>
        <p:nvPicPr>
          <p:cNvPr id="209" name="Picture 208">
            <a:extLst>
              <a:ext uri="{FF2B5EF4-FFF2-40B4-BE49-F238E27FC236}">
                <a16:creationId xmlns:a16="http://schemas.microsoft.com/office/drawing/2014/main" id="{3B1412BE-4084-3D48-BC64-540A560DCF6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7140" y="2510916"/>
            <a:ext cx="548354" cy="548354"/>
          </a:xfrm>
          <a:prstGeom prst="rect">
            <a:avLst/>
          </a:prstGeom>
        </p:spPr>
      </p:pic>
      <p:pic>
        <p:nvPicPr>
          <p:cNvPr id="210" name="Picture 209">
            <a:extLst>
              <a:ext uri="{FF2B5EF4-FFF2-40B4-BE49-F238E27FC236}">
                <a16:creationId xmlns:a16="http://schemas.microsoft.com/office/drawing/2014/main" id="{57D5A2AF-8BB1-3142-B4FD-365A6E4101E0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855" y="2510916"/>
            <a:ext cx="565507" cy="563918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A644522-74E0-C84F-94DA-AAE6D383A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37569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49ADB-D154-2231-7664-67CF285DB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03F05C-3608-5CBA-D6C4-39009FA4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36</a:t>
            </a:fld>
            <a:endParaRPr lang="x-non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23438-F84B-874F-36AF-98FD34A5BC86}"/>
              </a:ext>
            </a:extLst>
          </p:cNvPr>
          <p:cNvSpPr txBox="1"/>
          <p:nvPr/>
        </p:nvSpPr>
        <p:spPr>
          <a:xfrm>
            <a:off x="993527" y="4269757"/>
            <a:ext cx="2082846" cy="646331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/>
            <a:r>
              <a:rPr lang="en-US" b="1" dirty="0">
                <a:solidFill>
                  <a:srgbClr val="B5B5B5"/>
                </a:solidFill>
                <a:latin typeface="BR Omega VN" pitchFamily="2" charset="77"/>
                <a:ea typeface="Montserrat" charset="0"/>
                <a:cs typeface="Montserrat" charset="0"/>
              </a:rPr>
              <a:t>Client</a:t>
            </a:r>
          </a:p>
          <a:p>
            <a:pPr algn="ctr"/>
            <a:r>
              <a:rPr lang="en-US" b="1" dirty="0">
                <a:solidFill>
                  <a:srgbClr val="B5B5B5"/>
                </a:solidFill>
                <a:latin typeface="BR Omega VN" pitchFamily="2" charset="77"/>
                <a:ea typeface="Montserrat" charset="0"/>
                <a:cs typeface="Montserrat" charset="0"/>
              </a:rPr>
              <a:t>One Content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9F24E-37AD-51DA-E259-B0AB7A2B6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529" y="4916088"/>
            <a:ext cx="2356842" cy="762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9pPr>
          </a:lstStyle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sample dummy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insert your desired text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because this 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33FB6-B64E-5735-AAEA-DE5D21FA8D95}"/>
              </a:ext>
            </a:extLst>
          </p:cNvPr>
          <p:cNvSpPr txBox="1"/>
          <p:nvPr/>
        </p:nvSpPr>
        <p:spPr>
          <a:xfrm>
            <a:off x="5054577" y="4269757"/>
            <a:ext cx="2082846" cy="646331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/>
            <a:r>
              <a:rPr lang="en-US" b="1" dirty="0">
                <a:solidFill>
                  <a:srgbClr val="33B2C1"/>
                </a:solidFill>
                <a:latin typeface="BR Omega VN" pitchFamily="2" charset="77"/>
                <a:ea typeface="Montserrat" charset="0"/>
                <a:cs typeface="Montserrat" charset="0"/>
              </a:rPr>
              <a:t>Client</a:t>
            </a:r>
          </a:p>
          <a:p>
            <a:pPr algn="ctr"/>
            <a:r>
              <a:rPr lang="en-US" b="1" dirty="0">
                <a:solidFill>
                  <a:srgbClr val="33B2C1"/>
                </a:solidFill>
                <a:latin typeface="BR Omega VN" pitchFamily="2" charset="77"/>
                <a:ea typeface="Montserrat" charset="0"/>
                <a:cs typeface="Montserrat" charset="0"/>
              </a:rPr>
              <a:t>Three 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164A7-E7B1-2C43-F7C5-EFB9F0E48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7579" y="4916088"/>
            <a:ext cx="2356842" cy="762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9pPr>
          </a:lstStyle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sample dummy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insert your desired text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because this 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EE9FB3-CEF4-C731-C2CC-46197747DA64}"/>
              </a:ext>
            </a:extLst>
          </p:cNvPr>
          <p:cNvSpPr txBox="1"/>
          <p:nvPr/>
        </p:nvSpPr>
        <p:spPr>
          <a:xfrm>
            <a:off x="9086507" y="4269757"/>
            <a:ext cx="2082846" cy="646331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/>
            <a:r>
              <a:rPr lang="en-US" b="1" dirty="0">
                <a:solidFill>
                  <a:srgbClr val="19226D"/>
                </a:solidFill>
                <a:latin typeface="BR Omega VN" pitchFamily="2" charset="77"/>
                <a:ea typeface="Montserrat" charset="0"/>
                <a:cs typeface="Montserrat" charset="0"/>
              </a:rPr>
              <a:t>Client</a:t>
            </a:r>
          </a:p>
          <a:p>
            <a:pPr algn="ctr"/>
            <a:r>
              <a:rPr lang="en-US" b="1" dirty="0">
                <a:solidFill>
                  <a:srgbClr val="19226D"/>
                </a:solidFill>
                <a:latin typeface="BR Omega VN" pitchFamily="2" charset="77"/>
                <a:ea typeface="Montserrat" charset="0"/>
                <a:cs typeface="Montserrat" charset="0"/>
              </a:rPr>
              <a:t>Five Content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53A77-79E3-D4E5-1AAC-A5F391F7C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9509" y="4916088"/>
            <a:ext cx="2356842" cy="762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9pPr>
          </a:lstStyle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sample dummy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insert your desired text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because this 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C739F7-A7B8-B856-61EA-AB618D023DA8}"/>
              </a:ext>
            </a:extLst>
          </p:cNvPr>
          <p:cNvSpPr txBox="1"/>
          <p:nvPr/>
        </p:nvSpPr>
        <p:spPr>
          <a:xfrm>
            <a:off x="3038612" y="1870766"/>
            <a:ext cx="2082846" cy="646331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BR Omega VN" pitchFamily="2" charset="77"/>
                <a:ea typeface="Montserrat" charset="0"/>
                <a:cs typeface="Montserrat" charset="0"/>
              </a:rPr>
              <a:t>Client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  <a:latin typeface="BR Omega VN" pitchFamily="2" charset="77"/>
                <a:ea typeface="Montserrat" charset="0"/>
                <a:cs typeface="Montserrat" charset="0"/>
              </a:rPr>
              <a:t>Two Content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B8CC4B-2BAF-E291-A469-BA556E9E7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614" y="2517097"/>
            <a:ext cx="2356842" cy="762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9pPr>
          </a:lstStyle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sample dummy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insert your desired text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because this 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D3028C-7C91-14F1-3D39-DB84E7CA9C32}"/>
              </a:ext>
            </a:extLst>
          </p:cNvPr>
          <p:cNvSpPr txBox="1"/>
          <p:nvPr/>
        </p:nvSpPr>
        <p:spPr>
          <a:xfrm>
            <a:off x="6988506" y="1870766"/>
            <a:ext cx="2082846" cy="646331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/>
            <a:r>
              <a:rPr lang="en-US" b="1" dirty="0">
                <a:solidFill>
                  <a:srgbClr val="034EA2"/>
                </a:solidFill>
                <a:latin typeface="BR Omega VN" pitchFamily="2" charset="77"/>
                <a:ea typeface="Montserrat" charset="0"/>
                <a:cs typeface="Montserrat" charset="0"/>
              </a:rPr>
              <a:t>Client</a:t>
            </a:r>
          </a:p>
          <a:p>
            <a:pPr algn="ctr"/>
            <a:r>
              <a:rPr lang="en-US" b="1" dirty="0">
                <a:solidFill>
                  <a:srgbClr val="034EA2"/>
                </a:solidFill>
                <a:latin typeface="BR Omega VN" pitchFamily="2" charset="77"/>
                <a:ea typeface="Montserrat" charset="0"/>
                <a:cs typeface="Montserrat" charset="0"/>
              </a:rPr>
              <a:t>Four Content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723BE3-CE76-24B6-6F32-A3426FA76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1508" y="2517097"/>
            <a:ext cx="2356842" cy="762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9pPr>
          </a:lstStyle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sample dummy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insert your desired text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because this is</a:t>
            </a: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57ED0767-894F-7CAE-B734-FDAACCC1D837}"/>
              </a:ext>
            </a:extLst>
          </p:cNvPr>
          <p:cNvSpPr/>
          <p:nvPr/>
        </p:nvSpPr>
        <p:spPr>
          <a:xfrm>
            <a:off x="1518943" y="2918733"/>
            <a:ext cx="1027211" cy="1020531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5" name="Round Diagonal Corner Rectangle 14">
            <a:extLst>
              <a:ext uri="{FF2B5EF4-FFF2-40B4-BE49-F238E27FC236}">
                <a16:creationId xmlns:a16="http://schemas.microsoft.com/office/drawing/2014/main" id="{0580C2BE-3971-6804-B176-9055E0D6E0A8}"/>
              </a:ext>
            </a:extLst>
          </p:cNvPr>
          <p:cNvSpPr/>
          <p:nvPr/>
        </p:nvSpPr>
        <p:spPr>
          <a:xfrm>
            <a:off x="3501312" y="3622319"/>
            <a:ext cx="1027211" cy="1020531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6" name="Round Diagonal Corner Rectangle 15">
            <a:extLst>
              <a:ext uri="{FF2B5EF4-FFF2-40B4-BE49-F238E27FC236}">
                <a16:creationId xmlns:a16="http://schemas.microsoft.com/office/drawing/2014/main" id="{3152C30D-9AB9-C2DD-81AC-C7132FAE4838}"/>
              </a:ext>
            </a:extLst>
          </p:cNvPr>
          <p:cNvSpPr/>
          <p:nvPr/>
        </p:nvSpPr>
        <p:spPr>
          <a:xfrm>
            <a:off x="5585776" y="2941094"/>
            <a:ext cx="1027211" cy="1020531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7" name="Round Diagonal Corner Rectangle 16">
            <a:extLst>
              <a:ext uri="{FF2B5EF4-FFF2-40B4-BE49-F238E27FC236}">
                <a16:creationId xmlns:a16="http://schemas.microsoft.com/office/drawing/2014/main" id="{B015C1C7-D105-017D-5287-C89ABB4E56C8}"/>
              </a:ext>
            </a:extLst>
          </p:cNvPr>
          <p:cNvSpPr/>
          <p:nvPr/>
        </p:nvSpPr>
        <p:spPr>
          <a:xfrm>
            <a:off x="7529860" y="3622318"/>
            <a:ext cx="1027211" cy="1020531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8" name="Round Diagonal Corner Rectangle 17">
            <a:extLst>
              <a:ext uri="{FF2B5EF4-FFF2-40B4-BE49-F238E27FC236}">
                <a16:creationId xmlns:a16="http://schemas.microsoft.com/office/drawing/2014/main" id="{8DE4AC93-96EE-E866-39BB-D6EFFF05CCF8}"/>
              </a:ext>
            </a:extLst>
          </p:cNvPr>
          <p:cNvSpPr/>
          <p:nvPr/>
        </p:nvSpPr>
        <p:spPr>
          <a:xfrm>
            <a:off x="9614324" y="2941095"/>
            <a:ext cx="1027211" cy="1020531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2943678-F238-A635-2FDE-33E23A68F07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13909" y="3118559"/>
            <a:ext cx="622627" cy="6208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39106D-FF25-C81B-3EB7-75C62323B9A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0882" y="3814425"/>
            <a:ext cx="620878" cy="6208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982EA1-89E8-6C98-CF2C-34647DD2D06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2360" y="3129559"/>
            <a:ext cx="620878" cy="6208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48CBE14-EE20-DC06-C403-46CD7E1C5F3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0232" y="3739437"/>
            <a:ext cx="777128" cy="7771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6C3F3BA-A901-4BC6-C79F-2568A9B5F7A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5361" y="3124740"/>
            <a:ext cx="622627" cy="62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14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145F29D-A42F-4744-89EF-9F22ADBE3257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4D0CAF-E251-1B45-90EE-516770F19E93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B60DC3-1B5C-514F-8555-4B7AEC2F08DD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57C38C0-D163-3D4F-9A2B-CC3726613ED8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51304F1-7CD1-9942-94FE-F5EBEA7B5A28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C89E39-F92F-4C48-9326-E0A54168FFC1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A17C81-171E-6A4F-AC6A-269DCA9636E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954656" y="1047268"/>
            <a:ext cx="1822517" cy="6952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F5E8C1-8DE8-0841-A4C2-E2F21DE55801}"/>
              </a:ext>
            </a:extLst>
          </p:cNvPr>
          <p:cNvSpPr txBox="1"/>
          <p:nvPr/>
        </p:nvSpPr>
        <p:spPr>
          <a:xfrm>
            <a:off x="1066799" y="2155031"/>
            <a:ext cx="3720861" cy="232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37121"/>
                </a:solidFill>
              </a:rPr>
              <a:t>CONTACT US </a:t>
            </a:r>
            <a:endParaRPr lang="en-US" sz="1200" dirty="0">
              <a:solidFill>
                <a:srgbClr val="F37121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</a:rPr>
              <a:t>FPT </a:t>
            </a:r>
            <a:r>
              <a:rPr lang="en-US" sz="1200" dirty="0" err="1">
                <a:solidFill>
                  <a:schemeClr val="bg1"/>
                </a:solidFill>
              </a:rPr>
              <a:t>Cau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Giay</a:t>
            </a:r>
            <a:r>
              <a:rPr lang="en-US" sz="1200" dirty="0">
                <a:solidFill>
                  <a:schemeClr val="bg1"/>
                </a:solidFill>
              </a:rPr>
              <a:t> Building, </a:t>
            </a:r>
            <a:r>
              <a:rPr lang="en-US" sz="1200" dirty="0" err="1">
                <a:solidFill>
                  <a:schemeClr val="bg1"/>
                </a:solidFill>
              </a:rPr>
              <a:t>Duy</a:t>
            </a:r>
            <a:r>
              <a:rPr lang="en-US" sz="1200" dirty="0">
                <a:solidFill>
                  <a:schemeClr val="bg1"/>
                </a:solidFill>
              </a:rPr>
              <a:t> Tan Street, Dich </a:t>
            </a:r>
            <a:r>
              <a:rPr lang="en-US" sz="1200" dirty="0" err="1">
                <a:solidFill>
                  <a:schemeClr val="bg1"/>
                </a:solidFill>
              </a:rPr>
              <a:t>Vong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Hau</a:t>
            </a:r>
            <a:r>
              <a:rPr lang="en-US" sz="1200" dirty="0">
                <a:solidFill>
                  <a:schemeClr val="bg1"/>
                </a:solidFill>
              </a:rPr>
              <a:t> Ward, </a:t>
            </a:r>
            <a:r>
              <a:rPr lang="en-US" sz="1200" dirty="0" err="1">
                <a:solidFill>
                  <a:schemeClr val="bg1"/>
                </a:solidFill>
              </a:rPr>
              <a:t>Cau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Giay</a:t>
            </a:r>
            <a:r>
              <a:rPr lang="en-US" sz="1200" dirty="0">
                <a:solidFill>
                  <a:schemeClr val="bg1"/>
                </a:solidFill>
              </a:rPr>
              <a:t> District, Hanoi City, Vietnam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Tel.: +84 (24) 3 768 9048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Fax: +84 (24) 3 768 9049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Contact Person: </a:t>
            </a:r>
            <a:r>
              <a:rPr lang="en-US" sz="1200" dirty="0" err="1">
                <a:solidFill>
                  <a:schemeClr val="bg1"/>
                </a:solidFill>
              </a:rPr>
              <a:t>Mr</a:t>
            </a:r>
            <a:r>
              <a:rPr lang="en-US" sz="1200" dirty="0">
                <a:solidFill>
                  <a:schemeClr val="bg1"/>
                </a:solidFill>
              </a:rPr>
              <a:t>/</a:t>
            </a:r>
            <a:r>
              <a:rPr lang="en-US" sz="1200" dirty="0" err="1">
                <a:solidFill>
                  <a:schemeClr val="bg1"/>
                </a:solidFill>
              </a:rPr>
              <a:t>Ms.ABC</a:t>
            </a:r>
            <a:r>
              <a:rPr lang="en-US" sz="1200" dirty="0">
                <a:solidFill>
                  <a:schemeClr val="bg1"/>
                </a:solidFill>
              </a:rPr>
              <a:t/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Head of ABC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</a:rPr>
              <a:t>Email: </a:t>
            </a:r>
            <a:r>
              <a:rPr lang="en-US" sz="1200" u="sng" dirty="0" err="1">
                <a:solidFill>
                  <a:srgbClr val="F37121"/>
                </a:solidFill>
              </a:rPr>
              <a:t>abc@fpt-software.com</a:t>
            </a:r>
            <a:endParaRPr lang="en-US" sz="1200" u="sng" dirty="0">
              <a:solidFill>
                <a:srgbClr val="F37121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5467FC1-2BB7-6A4B-86EE-33A73BC3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715228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91013" y="466807"/>
            <a:ext cx="46099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LOGO GUIDELINE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F95BB6-E63B-BC4B-82E4-20BBA493C834}"/>
              </a:ext>
            </a:extLst>
          </p:cNvPr>
          <p:cNvSpPr txBox="1"/>
          <p:nvPr/>
        </p:nvSpPr>
        <p:spPr>
          <a:xfrm>
            <a:off x="1983028" y="3839493"/>
            <a:ext cx="1960819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Vertical - White version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343147-750C-DF4B-92DC-81D789D20A5F}"/>
              </a:ext>
            </a:extLst>
          </p:cNvPr>
          <p:cNvSpPr txBox="1"/>
          <p:nvPr/>
        </p:nvSpPr>
        <p:spPr>
          <a:xfrm>
            <a:off x="1983027" y="1729047"/>
            <a:ext cx="2318629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Horizontal - White version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8504AA7-CF49-B149-9F55-BA8C7513830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44059" y="2130173"/>
            <a:ext cx="3754240" cy="120291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733C004-2747-7E4A-A014-AEEC2315D9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83028" y="2095824"/>
            <a:ext cx="3754242" cy="12029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4037CA-EC96-5E4B-9764-73D671FC781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83028" y="4231991"/>
            <a:ext cx="3010852" cy="178412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5070A6-ED3D-CC46-807E-D48280CF66F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44059" y="4229805"/>
            <a:ext cx="3010852" cy="179937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F1C5FCA-79F0-F140-938C-C90CCE542A77}"/>
              </a:ext>
            </a:extLst>
          </p:cNvPr>
          <p:cNvSpPr txBox="1"/>
          <p:nvPr/>
        </p:nvSpPr>
        <p:spPr>
          <a:xfrm>
            <a:off x="6644060" y="3859501"/>
            <a:ext cx="1960819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Vertical - </a:t>
            </a:r>
            <a:r>
              <a:rPr lang="en-IN" sz="1200" dirty="0" err="1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Color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 version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369DB4-6830-F24C-BA85-8F7DAAD2F50D}"/>
              </a:ext>
            </a:extLst>
          </p:cNvPr>
          <p:cNvSpPr txBox="1"/>
          <p:nvPr/>
        </p:nvSpPr>
        <p:spPr>
          <a:xfrm>
            <a:off x="6644059" y="1729047"/>
            <a:ext cx="2318629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Horizontal - </a:t>
            </a:r>
            <a:r>
              <a:rPr lang="en-IN" sz="1200" dirty="0" err="1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Color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 version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7C8B759-E132-EF44-AC0E-4B1B1D8E247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43639" y="2202843"/>
            <a:ext cx="2604503" cy="101766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15A1357-A8EA-394B-BC87-CC2113F1B8A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88149" y="2078134"/>
            <a:ext cx="2711395" cy="123829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01496EE-6EA9-C449-B129-A51F81E426AB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52154" y="4360670"/>
            <a:ext cx="2056236" cy="149944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4BF9D4D-ED4A-3440-9F2E-3CFFA8DE07D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72077" y="4424282"/>
            <a:ext cx="1963974" cy="149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073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91013" y="466807"/>
            <a:ext cx="46099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LOGO GUIDELINE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7404E4-46B8-D542-AB68-7A04C183BFA7}"/>
              </a:ext>
            </a:extLst>
          </p:cNvPr>
          <p:cNvSpPr txBox="1"/>
          <p:nvPr/>
        </p:nvSpPr>
        <p:spPr>
          <a:xfrm>
            <a:off x="973450" y="3606107"/>
            <a:ext cx="259838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B5B5B5"/>
                </a:solidFill>
                <a:latin typeface="BR Omega VN" pitchFamily="2" charset="77"/>
                <a:cs typeface="Segoe UI" panose="020B0502040204020203" pitchFamily="34" charset="0"/>
              </a:rPr>
              <a:t>Logo on background</a:t>
            </a:r>
            <a:endParaRPr lang="en-IN" sz="1600" b="1" dirty="0">
              <a:solidFill>
                <a:srgbClr val="B5B5B5"/>
              </a:solidFill>
              <a:latin typeface="BR Omega VN" pitchFamily="2" charset="77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E80836-1AA5-F34F-9C60-AD20CEA6D3AC}"/>
              </a:ext>
            </a:extLst>
          </p:cNvPr>
          <p:cNvSpPr txBox="1"/>
          <p:nvPr/>
        </p:nvSpPr>
        <p:spPr>
          <a:xfrm>
            <a:off x="973450" y="1361989"/>
            <a:ext cx="259838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F37121"/>
                </a:solidFill>
                <a:latin typeface="BR Omega VN" pitchFamily="2" charset="77"/>
              </a:rPr>
              <a:t>Logo on header</a:t>
            </a:r>
            <a:endParaRPr lang="en-IN" sz="1600" b="1" dirty="0">
              <a:solidFill>
                <a:srgbClr val="F37121"/>
              </a:solidFill>
              <a:latin typeface="BR Omega VN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F95BB6-E63B-BC4B-82E4-20BBA493C834}"/>
              </a:ext>
            </a:extLst>
          </p:cNvPr>
          <p:cNvSpPr txBox="1"/>
          <p:nvPr/>
        </p:nvSpPr>
        <p:spPr>
          <a:xfrm>
            <a:off x="2659130" y="1384590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Vertical version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343147-750C-DF4B-92DC-81D789D20A5F}"/>
              </a:ext>
            </a:extLst>
          </p:cNvPr>
          <p:cNvSpPr txBox="1"/>
          <p:nvPr/>
        </p:nvSpPr>
        <p:spPr>
          <a:xfrm>
            <a:off x="3272706" y="3628708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Horizontal version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8504AA7-CF49-B149-9F55-BA8C7513830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8551" y="2529832"/>
            <a:ext cx="8835275" cy="6994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733C004-2747-7E4A-A014-AEEC2315D9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8551" y="1743570"/>
            <a:ext cx="8835275" cy="69945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3A54951-A5D7-ED4F-B578-BAD8482DC060}"/>
              </a:ext>
            </a:extLst>
          </p:cNvPr>
          <p:cNvSpPr txBox="1"/>
          <p:nvPr/>
        </p:nvSpPr>
        <p:spPr>
          <a:xfrm>
            <a:off x="3099171" y="1981472"/>
            <a:ext cx="3436801" cy="207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/>
                </a:solidFill>
                <a:ea typeface="Open Sans" panose="020B0606030504020204" pitchFamily="34" charset="0"/>
                <a:cs typeface="Arial" panose="020B0604020202020204" pitchFamily="34" charset="0"/>
              </a:rPr>
              <a:t>White logo on the </a:t>
            </a:r>
            <a:r>
              <a:rPr lang="en-IN" sz="1200" dirty="0" err="1">
                <a:solidFill>
                  <a:schemeClr val="bg1"/>
                </a:solidFill>
                <a:ea typeface="Open Sans" panose="020B0606030504020204" pitchFamily="34" charset="0"/>
                <a:cs typeface="Arial" panose="020B0604020202020204" pitchFamily="34" charset="0"/>
              </a:rPr>
              <a:t>color</a:t>
            </a:r>
            <a:r>
              <a:rPr lang="en-IN" sz="1200" dirty="0">
                <a:solidFill>
                  <a:schemeClr val="bg1"/>
                </a:solidFill>
                <a:ea typeface="Open Sans" panose="020B0606030504020204" pitchFamily="34" charset="0"/>
                <a:cs typeface="Arial" panose="020B0604020202020204" pitchFamily="34" charset="0"/>
              </a:rPr>
              <a:t>/dark background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9D2AEF-1302-D945-B6D1-E5547CD9F857}"/>
              </a:ext>
            </a:extLst>
          </p:cNvPr>
          <p:cNvSpPr txBox="1"/>
          <p:nvPr/>
        </p:nvSpPr>
        <p:spPr>
          <a:xfrm>
            <a:off x="3102259" y="2727383"/>
            <a:ext cx="3298541" cy="207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 err="1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Color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 logo on the white/bright background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24037CA-EC96-5E4B-9764-73D671FC78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7097" y="4148177"/>
            <a:ext cx="3586729" cy="180658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5070A6-ED3D-CC46-807E-D48280CF66F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0669" y="4114116"/>
            <a:ext cx="3449216" cy="181132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C8BF0B3-6190-B642-A116-9719CD002F37}"/>
              </a:ext>
            </a:extLst>
          </p:cNvPr>
          <p:cNvSpPr txBox="1"/>
          <p:nvPr/>
        </p:nvSpPr>
        <p:spPr>
          <a:xfrm>
            <a:off x="6571441" y="4638293"/>
            <a:ext cx="1115459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White logo on the </a:t>
            </a:r>
            <a:r>
              <a:rPr lang="en-IN" sz="1200" dirty="0" err="1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color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/dark background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31BD2C-87AC-B547-8897-A946206E5059}"/>
              </a:ext>
            </a:extLst>
          </p:cNvPr>
          <p:cNvSpPr txBox="1"/>
          <p:nvPr/>
        </p:nvSpPr>
        <p:spPr>
          <a:xfrm>
            <a:off x="973450" y="4715936"/>
            <a:ext cx="1374463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 err="1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Color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 logo on the white/bright background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BAF356-EA42-6C43-BC65-7B6D2225979A}"/>
              </a:ext>
            </a:extLst>
          </p:cNvPr>
          <p:cNvSpPr txBox="1"/>
          <p:nvPr/>
        </p:nvSpPr>
        <p:spPr>
          <a:xfrm>
            <a:off x="3975292" y="1402500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Align right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D1E9FB-ECC6-B74F-A133-43C2927A9C53}"/>
              </a:ext>
            </a:extLst>
          </p:cNvPr>
          <p:cNvSpPr txBox="1"/>
          <p:nvPr/>
        </p:nvSpPr>
        <p:spPr>
          <a:xfrm>
            <a:off x="4751529" y="3634332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Align left</a:t>
            </a:r>
          </a:p>
        </p:txBody>
      </p:sp>
    </p:spTree>
    <p:extLst>
      <p:ext uri="{BB962C8B-B14F-4D97-AF65-F5344CB8AC3E}">
        <p14:creationId xmlns:p14="http://schemas.microsoft.com/office/powerpoint/2010/main" val="11612834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3549" y="466807"/>
            <a:ext cx="45849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FONT GUIDELINE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7DF28A-9E4E-DE4D-B62B-C4C4E6818C6A}"/>
              </a:ext>
            </a:extLst>
          </p:cNvPr>
          <p:cNvGrpSpPr/>
          <p:nvPr/>
        </p:nvGrpSpPr>
        <p:grpSpPr>
          <a:xfrm>
            <a:off x="4189176" y="3659588"/>
            <a:ext cx="6624304" cy="2090284"/>
            <a:chOff x="2587762" y="1899636"/>
            <a:chExt cx="7195843" cy="2499295"/>
          </a:xfrm>
        </p:grpSpPr>
        <p:sp>
          <p:nvSpPr>
            <p:cNvPr id="4" name="TextBox 3"/>
            <p:cNvSpPr txBox="1"/>
            <p:nvPr/>
          </p:nvSpPr>
          <p:spPr>
            <a:xfrm>
              <a:off x="2587762" y="1899636"/>
              <a:ext cx="3276600" cy="1582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Aa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88934" y="2582852"/>
              <a:ext cx="5194671" cy="441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 B C D E F G H I K L M N O P Q R S T V X Y Z</a:t>
              </a:r>
              <a:endParaRPr lang="en-US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88935" y="2959880"/>
              <a:ext cx="4527751" cy="441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 b c d e f g h i k l m n o p q r s t v x y z</a:t>
              </a:r>
              <a:endParaRPr lang="en-US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88935" y="3515731"/>
              <a:ext cx="853381" cy="8832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Regular</a:t>
              </a:r>
            </a:p>
            <a:p>
              <a:r>
                <a:rPr lang="en-US" sz="1400" i="1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Italic</a:t>
              </a:r>
            </a:p>
            <a:p>
              <a:r>
                <a:rPr lang="en-US" sz="1400" b="1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Bold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87762" y="3426836"/>
              <a:ext cx="2001173" cy="36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Segoe UI</a:t>
              </a:r>
              <a:endParaRPr lang="en-US" sz="1400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47404E4-46B8-D542-AB68-7A04C183BFA7}"/>
              </a:ext>
            </a:extLst>
          </p:cNvPr>
          <p:cNvSpPr txBox="1"/>
          <p:nvPr/>
        </p:nvSpPr>
        <p:spPr>
          <a:xfrm>
            <a:off x="1092720" y="4216658"/>
            <a:ext cx="259838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B5B5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Body text/</a:t>
            </a:r>
          </a:p>
          <a:p>
            <a:r>
              <a:rPr lang="en-US" sz="1600" b="1" dirty="0">
                <a:solidFill>
                  <a:srgbClr val="B5B5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Information text</a:t>
            </a:r>
            <a:endParaRPr lang="en-IN" sz="1600" b="1" dirty="0">
              <a:solidFill>
                <a:srgbClr val="B5B5B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7572A6-DB11-484B-8846-455B73621CE1}"/>
              </a:ext>
            </a:extLst>
          </p:cNvPr>
          <p:cNvGrpSpPr/>
          <p:nvPr/>
        </p:nvGrpSpPr>
        <p:grpSpPr>
          <a:xfrm>
            <a:off x="4185443" y="1331271"/>
            <a:ext cx="6722088" cy="1993818"/>
            <a:chOff x="2587762" y="1899636"/>
            <a:chExt cx="7302064" cy="238395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F6FB89-96C2-6845-9162-30D6B2C25234}"/>
                </a:ext>
              </a:extLst>
            </p:cNvPr>
            <p:cNvSpPr txBox="1"/>
            <p:nvPr/>
          </p:nvSpPr>
          <p:spPr>
            <a:xfrm>
              <a:off x="2587762" y="1899636"/>
              <a:ext cx="3276600" cy="1582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solidFill>
                    <a:srgbClr val="19226D"/>
                  </a:solidFill>
                  <a:latin typeface="BR Omega VN" pitchFamily="2" charset="77"/>
                  <a:cs typeface="Segoe UI" panose="020B0502040204020203" pitchFamily="34" charset="0"/>
                </a:rPr>
                <a:t>Aa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7DEDC6-286F-454A-B7D0-67ACC6D2B4F0}"/>
                </a:ext>
              </a:extLst>
            </p:cNvPr>
            <p:cNvSpPr txBox="1"/>
            <p:nvPr/>
          </p:nvSpPr>
          <p:spPr>
            <a:xfrm>
              <a:off x="4588934" y="2582852"/>
              <a:ext cx="5300892" cy="441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rgbClr val="19226D"/>
                  </a:solidFill>
                  <a:latin typeface="BR Omega VN" pitchFamily="2" charset="77"/>
                  <a:cs typeface="Segoe UI" panose="020B0502040204020203" pitchFamily="34" charset="0"/>
                </a:rPr>
                <a:t>A B C D E F G H I K L M N O P Q R S T V X Y Z</a:t>
              </a:r>
              <a:endParaRPr lang="en-US" dirty="0">
                <a:solidFill>
                  <a:srgbClr val="19226D"/>
                </a:solidFill>
                <a:latin typeface="BR Omega VN" pitchFamily="2" charset="77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1D605B-A211-004F-892C-A5CBA0D5BBB9}"/>
                </a:ext>
              </a:extLst>
            </p:cNvPr>
            <p:cNvSpPr txBox="1"/>
            <p:nvPr/>
          </p:nvSpPr>
          <p:spPr>
            <a:xfrm>
              <a:off x="4588935" y="2959880"/>
              <a:ext cx="4527751" cy="441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rgbClr val="19226D"/>
                  </a:solidFill>
                  <a:latin typeface="BR Omega VN" pitchFamily="2" charset="77"/>
                  <a:cs typeface="Segoe UI" panose="020B0502040204020203" pitchFamily="34" charset="0"/>
                </a:rPr>
                <a:t>a b c d e f g h i k l m n o p q r s t v x y z</a:t>
              </a:r>
              <a:endParaRPr lang="en-US" dirty="0">
                <a:solidFill>
                  <a:srgbClr val="19226D"/>
                </a:solidFill>
                <a:latin typeface="BR Omega VN" pitchFamily="2" charset="77"/>
                <a:cs typeface="Segoe UI" panose="020B0502040204020203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7F4FDF-4D03-6747-A379-1643DF02BD46}"/>
                </a:ext>
              </a:extLst>
            </p:cNvPr>
            <p:cNvSpPr txBox="1"/>
            <p:nvPr/>
          </p:nvSpPr>
          <p:spPr>
            <a:xfrm>
              <a:off x="4588935" y="3400389"/>
              <a:ext cx="897122" cy="8832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9226D"/>
                  </a:solidFill>
                  <a:latin typeface="BR Omega VN" pitchFamily="2" charset="77"/>
                  <a:cs typeface="Segoe UI" panose="020B0502040204020203" pitchFamily="34" charset="0"/>
                </a:rPr>
                <a:t>Regular</a:t>
              </a:r>
            </a:p>
            <a:p>
              <a:r>
                <a:rPr lang="en-US" sz="1400" i="1" dirty="0">
                  <a:solidFill>
                    <a:srgbClr val="19226D"/>
                  </a:solidFill>
                  <a:latin typeface="BR Omega VN" pitchFamily="2" charset="77"/>
                  <a:cs typeface="Segoe UI" panose="020B0502040204020203" pitchFamily="34" charset="0"/>
                </a:rPr>
                <a:t>Italic</a:t>
              </a:r>
            </a:p>
            <a:p>
              <a:r>
                <a:rPr lang="en-US" sz="1400" b="1" dirty="0">
                  <a:solidFill>
                    <a:srgbClr val="19226D"/>
                  </a:solidFill>
                  <a:latin typeface="BR Omega VN" pitchFamily="2" charset="77"/>
                  <a:cs typeface="Segoe UI" panose="020B0502040204020203" pitchFamily="34" charset="0"/>
                </a:rPr>
                <a:t>Bold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F4DFFE-755D-E34B-AF99-60435CD4BCAF}"/>
                </a:ext>
              </a:extLst>
            </p:cNvPr>
            <p:cNvSpPr txBox="1"/>
            <p:nvPr/>
          </p:nvSpPr>
          <p:spPr>
            <a:xfrm>
              <a:off x="2587762" y="3426836"/>
              <a:ext cx="2001173" cy="36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 Omega VN</a:t>
              </a:r>
              <a:endParaRPr lang="en-US" sz="1400" dirty="0">
                <a:solidFill>
                  <a:srgbClr val="19226D"/>
                </a:solidFill>
                <a:latin typeface="BR Omega VN" pitchFamily="2" charset="77"/>
                <a:cs typeface="Segoe UI" panose="020B0502040204020203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AE80836-1AA5-F34F-9C60-AD20CEA6D3AC}"/>
              </a:ext>
            </a:extLst>
          </p:cNvPr>
          <p:cNvSpPr txBox="1"/>
          <p:nvPr/>
        </p:nvSpPr>
        <p:spPr>
          <a:xfrm>
            <a:off x="1092721" y="1902678"/>
            <a:ext cx="153121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F37121"/>
                </a:solidFill>
                <a:latin typeface="BR Omega VN" pitchFamily="2" charset="77"/>
              </a:rPr>
              <a:t>Title/Headline</a:t>
            </a:r>
          </a:p>
          <a:p>
            <a:r>
              <a:rPr lang="en-US" sz="1600" b="1" dirty="0">
                <a:solidFill>
                  <a:srgbClr val="F37121"/>
                </a:solidFill>
                <a:latin typeface="BR Omega VN" pitchFamily="2" charset="77"/>
              </a:rPr>
              <a:t>/Section text</a:t>
            </a:r>
            <a:endParaRPr lang="en-IN" sz="1600" b="1" dirty="0">
              <a:solidFill>
                <a:srgbClr val="F37121"/>
              </a:solidFill>
              <a:latin typeface="BR Omega VN" pitchFamily="2" charset="77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0AB9E8-C5DF-0844-94F0-E596EDBE92AF}"/>
              </a:ext>
            </a:extLst>
          </p:cNvPr>
          <p:cNvCxnSpPr/>
          <p:nvPr/>
        </p:nvCxnSpPr>
        <p:spPr>
          <a:xfrm>
            <a:off x="3593451" y="3659588"/>
            <a:ext cx="7768424" cy="0"/>
          </a:xfrm>
          <a:prstGeom prst="line">
            <a:avLst/>
          </a:prstGeom>
          <a:ln w="12700">
            <a:solidFill>
              <a:srgbClr val="F371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1B37E6-82C6-EA4C-8B69-FDE7AF434E4C}"/>
              </a:ext>
            </a:extLst>
          </p:cNvPr>
          <p:cNvSpPr txBox="1"/>
          <p:nvPr/>
        </p:nvSpPr>
        <p:spPr>
          <a:xfrm>
            <a:off x="1092720" y="2540833"/>
            <a:ext cx="1960581" cy="2023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19226D"/>
                </a:solidFill>
                <a:ea typeface="Open Sans" panose="020B0606030504020204" pitchFamily="34" charset="0"/>
                <a:cs typeface="Arial" panose="020B0604020202020204" pitchFamily="34" charset="0"/>
              </a:rPr>
              <a:t>Need to be installed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5E41EA-415A-AC4B-B543-58ECDDB7F0AE}"/>
              </a:ext>
            </a:extLst>
          </p:cNvPr>
          <p:cNvSpPr txBox="1"/>
          <p:nvPr/>
        </p:nvSpPr>
        <p:spPr>
          <a:xfrm>
            <a:off x="1092720" y="2787728"/>
            <a:ext cx="1960581" cy="2023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b="1" u="sng" dirty="0">
                <a:solidFill>
                  <a:srgbClr val="33B2C1"/>
                </a:solidFill>
                <a:ea typeface="Open Sans" panose="020B0606030504020204" pitchFamily="34" charset="0"/>
                <a:cs typeface="Arial" panose="020B0604020202020204" pitchFamily="34" charset="0"/>
                <a:hlinkClick r:id="rId2"/>
              </a:rPr>
              <a:t>DOWNLOAD HERE</a:t>
            </a:r>
            <a:endParaRPr lang="en-IN" sz="1200" b="1" u="sng" dirty="0">
              <a:solidFill>
                <a:srgbClr val="33B2C1"/>
              </a:solidFill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1D1FFF-9ADB-8048-9940-C6CE2891C9A4}"/>
              </a:ext>
            </a:extLst>
          </p:cNvPr>
          <p:cNvSpPr txBox="1"/>
          <p:nvPr/>
        </p:nvSpPr>
        <p:spPr>
          <a:xfrm>
            <a:off x="1092719" y="4804514"/>
            <a:ext cx="2397904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B5B5B5"/>
                </a:solidFill>
                <a:ea typeface="Open Sans" panose="020B0606030504020204" pitchFamily="34" charset="0"/>
                <a:cs typeface="Arial" panose="020B0604020202020204" pitchFamily="34" charset="0"/>
              </a:rPr>
              <a:t>Available on Default Font System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428F4E0-4E43-404B-BDD3-A864D81A3E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835" y="1228518"/>
            <a:ext cx="7770040" cy="233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286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8823" y="307542"/>
            <a:ext cx="49143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COLOR GUIDELINE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BE2C4A-5C3E-9341-89FA-226B9A6BA952}"/>
              </a:ext>
            </a:extLst>
          </p:cNvPr>
          <p:cNvSpPr txBox="1"/>
          <p:nvPr/>
        </p:nvSpPr>
        <p:spPr>
          <a:xfrm>
            <a:off x="1108623" y="1098395"/>
            <a:ext cx="259838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19226D"/>
                </a:solidFill>
                <a:latin typeface="BR Omega VN" pitchFamily="2" charset="77"/>
              </a:rPr>
              <a:t>Text &amp; Line</a:t>
            </a:r>
            <a:endParaRPr lang="en-IN" sz="20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87751" y="2301946"/>
            <a:ext cx="732524" cy="582092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687751" y="1575419"/>
            <a:ext cx="732524" cy="582092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687751" y="3016873"/>
            <a:ext cx="732524" cy="582092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687751" y="3727480"/>
            <a:ext cx="732524" cy="582092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55776" y="1652859"/>
            <a:ext cx="732524" cy="582092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687751" y="5163092"/>
            <a:ext cx="732524" cy="582092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517991" y="2301946"/>
            <a:ext cx="2037859" cy="659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Fpt blue</a:t>
            </a:r>
          </a:p>
          <a:p>
            <a:r>
              <a:rPr lang="vi-VN" sz="14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3 – 78 - 162</a:t>
            </a:r>
          </a:p>
          <a:p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17991" y="1575419"/>
            <a:ext cx="2037859" cy="659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Dark violet blue</a:t>
            </a:r>
          </a:p>
          <a:p>
            <a:r>
              <a:rPr lang="vi-VN" sz="1400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25 – 34 - 109</a:t>
            </a:r>
          </a:p>
          <a:p>
            <a:endParaRPr lang="en-US" sz="1400" dirty="0">
              <a:solidFill>
                <a:srgbClr val="19226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17991" y="3040052"/>
            <a:ext cx="2037859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Emerald</a:t>
            </a:r>
          </a:p>
          <a:p>
            <a:r>
              <a:rPr lang="vi-VN" sz="1400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51 – 178 - 193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7991" y="3727480"/>
            <a:ext cx="2037859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50B84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Fpt green</a:t>
            </a:r>
          </a:p>
          <a:p>
            <a:r>
              <a:rPr lang="vi-VN" sz="1400" dirty="0">
                <a:solidFill>
                  <a:srgbClr val="50B84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80 – 184 - 72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9724" y="1710582"/>
            <a:ext cx="1860505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Fpt orange</a:t>
            </a:r>
          </a:p>
          <a:p>
            <a:r>
              <a:rPr lang="vi-VN" sz="1400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243 – 112 - 33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7991" y="5163092"/>
            <a:ext cx="2037859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B5B5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Light gray</a:t>
            </a:r>
          </a:p>
          <a:p>
            <a:r>
              <a:rPr lang="vi-VN" sz="1400" dirty="0">
                <a:solidFill>
                  <a:srgbClr val="B5B5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228 – 229 - 230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5C561E0-ADD3-734E-AFF1-A6F357955149}"/>
              </a:ext>
            </a:extLst>
          </p:cNvPr>
          <p:cNvSpPr/>
          <p:nvPr/>
        </p:nvSpPr>
        <p:spPr>
          <a:xfrm>
            <a:off x="7691789" y="4438894"/>
            <a:ext cx="732524" cy="582092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A06C8B-E58D-2D43-A84C-628B955E00AA}"/>
              </a:ext>
            </a:extLst>
          </p:cNvPr>
          <p:cNvSpPr txBox="1"/>
          <p:nvPr/>
        </p:nvSpPr>
        <p:spPr>
          <a:xfrm>
            <a:off x="8522028" y="4508004"/>
            <a:ext cx="2037859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Gray</a:t>
            </a:r>
          </a:p>
          <a:p>
            <a:r>
              <a:rPr lang="vi-VN" sz="1400" dirty="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228 – 229 - 230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DF5AC04-EA26-6740-B8C3-19F51EE29499}"/>
              </a:ext>
            </a:extLst>
          </p:cNvPr>
          <p:cNvSpPr/>
          <p:nvPr/>
        </p:nvSpPr>
        <p:spPr>
          <a:xfrm>
            <a:off x="2755776" y="3043819"/>
            <a:ext cx="732524" cy="582092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41CBBEA-74C5-CA47-AA92-29DE43AEF487}"/>
              </a:ext>
            </a:extLst>
          </p:cNvPr>
          <p:cNvSpPr/>
          <p:nvPr/>
        </p:nvSpPr>
        <p:spPr>
          <a:xfrm>
            <a:off x="2755776" y="3754426"/>
            <a:ext cx="732524" cy="582092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507E21-7C1B-924E-9F03-B992B22567E2}"/>
              </a:ext>
            </a:extLst>
          </p:cNvPr>
          <p:cNvSpPr txBox="1"/>
          <p:nvPr/>
        </p:nvSpPr>
        <p:spPr>
          <a:xfrm>
            <a:off x="3609724" y="3066998"/>
            <a:ext cx="2037859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Emerald</a:t>
            </a:r>
          </a:p>
          <a:p>
            <a:r>
              <a:rPr lang="vi-VN" sz="1400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51 – 178 - 193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501C63-0780-A841-8CD8-D926899DBB60}"/>
              </a:ext>
            </a:extLst>
          </p:cNvPr>
          <p:cNvSpPr txBox="1"/>
          <p:nvPr/>
        </p:nvSpPr>
        <p:spPr>
          <a:xfrm>
            <a:off x="3609724" y="3754426"/>
            <a:ext cx="2037859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50B84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Fpt green</a:t>
            </a:r>
          </a:p>
          <a:p>
            <a:r>
              <a:rPr lang="vi-VN" sz="1400" dirty="0">
                <a:solidFill>
                  <a:srgbClr val="50B84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80 – 184 - 72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17E7CEE-FEA3-4D40-83EE-AC69650373C8}"/>
              </a:ext>
            </a:extLst>
          </p:cNvPr>
          <p:cNvSpPr/>
          <p:nvPr/>
        </p:nvSpPr>
        <p:spPr>
          <a:xfrm>
            <a:off x="2755776" y="4465033"/>
            <a:ext cx="732524" cy="582092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05A73D1-7885-6342-935E-4631C49C868F}"/>
              </a:ext>
            </a:extLst>
          </p:cNvPr>
          <p:cNvSpPr/>
          <p:nvPr/>
        </p:nvSpPr>
        <p:spPr>
          <a:xfrm>
            <a:off x="2755776" y="2348909"/>
            <a:ext cx="732524" cy="582092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C4FF9C-FF49-6540-8F0B-DA5A040DB744}"/>
              </a:ext>
            </a:extLst>
          </p:cNvPr>
          <p:cNvSpPr txBox="1"/>
          <p:nvPr/>
        </p:nvSpPr>
        <p:spPr>
          <a:xfrm>
            <a:off x="3609724" y="4465033"/>
            <a:ext cx="2037859" cy="659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Fpt blue</a:t>
            </a:r>
          </a:p>
          <a:p>
            <a:r>
              <a:rPr lang="vi-VN" sz="14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3 – 78 - 162</a:t>
            </a:r>
          </a:p>
          <a:p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F8D951-A9AB-104F-83D7-4A3B149C87B7}"/>
              </a:ext>
            </a:extLst>
          </p:cNvPr>
          <p:cNvSpPr txBox="1"/>
          <p:nvPr/>
        </p:nvSpPr>
        <p:spPr>
          <a:xfrm>
            <a:off x="3609724" y="2348909"/>
            <a:ext cx="2037859" cy="659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Dark violet blue</a:t>
            </a:r>
          </a:p>
          <a:p>
            <a:r>
              <a:rPr lang="vi-VN" sz="1400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25 – 34 - 109</a:t>
            </a:r>
          </a:p>
          <a:p>
            <a:endParaRPr lang="en-US" sz="1400" dirty="0">
              <a:solidFill>
                <a:srgbClr val="19226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A73E3A-2F2E-5B4A-81FA-BB63D6DC9B6E}"/>
              </a:ext>
            </a:extLst>
          </p:cNvPr>
          <p:cNvSpPr txBox="1"/>
          <p:nvPr/>
        </p:nvSpPr>
        <p:spPr>
          <a:xfrm>
            <a:off x="1108626" y="1836482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Highly Recommend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3281F5-3352-2842-9703-EE59E18DC2D8}"/>
              </a:ext>
            </a:extLst>
          </p:cNvPr>
          <p:cNvSpPr txBox="1"/>
          <p:nvPr/>
        </p:nvSpPr>
        <p:spPr>
          <a:xfrm>
            <a:off x="6721773" y="1051784"/>
            <a:ext cx="259838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19226D"/>
                </a:solidFill>
                <a:latin typeface="BR Omega VN" pitchFamily="2" charset="77"/>
              </a:rPr>
              <a:t>Shape &amp; Background</a:t>
            </a:r>
            <a:endParaRPr lang="en-IN" sz="20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90B1E82-886B-BD4E-97E1-6F3C587A486E}"/>
              </a:ext>
            </a:extLst>
          </p:cNvPr>
          <p:cNvSpPr/>
          <p:nvPr/>
        </p:nvSpPr>
        <p:spPr>
          <a:xfrm>
            <a:off x="7699995" y="5847509"/>
            <a:ext cx="732524" cy="582092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E7C66C-CBC6-E943-8370-24ED90DB4FEB}"/>
              </a:ext>
            </a:extLst>
          </p:cNvPr>
          <p:cNvSpPr txBox="1"/>
          <p:nvPr/>
        </p:nvSpPr>
        <p:spPr>
          <a:xfrm>
            <a:off x="8553943" y="5905232"/>
            <a:ext cx="1860505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Fpt orange</a:t>
            </a:r>
          </a:p>
          <a:p>
            <a:r>
              <a:rPr lang="vi-VN" sz="1400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243 – 112 - 33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C62519-A897-864B-8DE7-95BB0E3EECE2}"/>
              </a:ext>
            </a:extLst>
          </p:cNvPr>
          <p:cNvSpPr txBox="1"/>
          <p:nvPr/>
        </p:nvSpPr>
        <p:spPr>
          <a:xfrm>
            <a:off x="1108625" y="2479790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Recommend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C8EB6D-1D52-4C45-9D33-CF813F65D59D}"/>
              </a:ext>
            </a:extLst>
          </p:cNvPr>
          <p:cNvSpPr txBox="1"/>
          <p:nvPr/>
        </p:nvSpPr>
        <p:spPr>
          <a:xfrm>
            <a:off x="1108625" y="3199266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Recommend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31C12B-3EF6-6E4A-890D-D9E379B23176}"/>
              </a:ext>
            </a:extLst>
          </p:cNvPr>
          <p:cNvSpPr txBox="1"/>
          <p:nvPr/>
        </p:nvSpPr>
        <p:spPr>
          <a:xfrm>
            <a:off x="1108624" y="3918742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Supporting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B58BDC-BE28-7B43-8EBE-9DD2422EA8DD}"/>
              </a:ext>
            </a:extLst>
          </p:cNvPr>
          <p:cNvSpPr txBox="1"/>
          <p:nvPr/>
        </p:nvSpPr>
        <p:spPr>
          <a:xfrm>
            <a:off x="1108623" y="4694290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Supporting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9E1059-94E4-6F46-93DA-A8CA8873C69A}"/>
              </a:ext>
            </a:extLst>
          </p:cNvPr>
          <p:cNvSpPr txBox="1"/>
          <p:nvPr/>
        </p:nvSpPr>
        <p:spPr>
          <a:xfrm>
            <a:off x="6721773" y="5949784"/>
            <a:ext cx="788556" cy="4226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Highlight shape</a:t>
            </a:r>
          </a:p>
        </p:txBody>
      </p:sp>
    </p:spTree>
    <p:extLst>
      <p:ext uri="{BB962C8B-B14F-4D97-AF65-F5344CB8AC3E}">
        <p14:creationId xmlns:p14="http://schemas.microsoft.com/office/powerpoint/2010/main" val="39195493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7839" y="466807"/>
            <a:ext cx="1816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ICONS</a:t>
            </a:r>
            <a:endParaRPr lang="vi-VN" sz="3200" b="1" spc="600" dirty="0">
              <a:solidFill>
                <a:srgbClr val="034EA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607" y="4397416"/>
            <a:ext cx="1085090" cy="108509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6246" y="4400464"/>
            <a:ext cx="1082042" cy="108204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9979" y="4400464"/>
            <a:ext cx="1085090" cy="108204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712" y="4400464"/>
            <a:ext cx="1082042" cy="1082042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7445" y="4400464"/>
            <a:ext cx="1082042" cy="108204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7388" y="4400464"/>
            <a:ext cx="1085090" cy="1082042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379" y="4400464"/>
            <a:ext cx="1082042" cy="1082042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607" y="2887979"/>
            <a:ext cx="1082042" cy="1082042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9465" y="2887979"/>
            <a:ext cx="1085090" cy="108204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6246" y="2884931"/>
            <a:ext cx="1082042" cy="108509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9465" y="4397416"/>
            <a:ext cx="1085090" cy="108509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712" y="2884931"/>
            <a:ext cx="1082042" cy="108509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7445" y="2884931"/>
            <a:ext cx="1082042" cy="108509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7388" y="2884931"/>
            <a:ext cx="1085090" cy="108509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379" y="2884931"/>
            <a:ext cx="1082042" cy="108509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607" y="1369398"/>
            <a:ext cx="1082042" cy="108509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5561" y="1372446"/>
            <a:ext cx="1085090" cy="108509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294" y="1372446"/>
            <a:ext cx="1082042" cy="1082042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9979" y="1372446"/>
            <a:ext cx="1085090" cy="1082042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712" y="1372446"/>
            <a:ext cx="1082042" cy="1082042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7445" y="1372446"/>
            <a:ext cx="1082042" cy="1082042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7388" y="1372446"/>
            <a:ext cx="1085090" cy="1082042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379" y="1372446"/>
            <a:ext cx="1082042" cy="1082042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6931" y="2961649"/>
            <a:ext cx="1085090" cy="1082042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110BE26-38FC-1443-B248-1A3E8E52749D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8485F55-47BD-324A-B651-A7186055F265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0D9A2A8F-0B9B-5C49-8FA4-0AF30B45E2BC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67B296BD-3B4A-5845-A17D-95378CE87ADF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4F10F022-D967-A646-A426-BEF7BD98080E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296C0F1E-1492-D94A-B694-AE633A3E4A82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6622E-8B73-DD4A-BD7F-4542D22D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37909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607" y="2961131"/>
            <a:ext cx="1082042" cy="10820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5561" y="2961131"/>
            <a:ext cx="1085090" cy="10820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294" y="2964179"/>
            <a:ext cx="1082042" cy="10820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9979" y="2964179"/>
            <a:ext cx="1085090" cy="10820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712" y="2964179"/>
            <a:ext cx="1082042" cy="10820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7445" y="2964179"/>
            <a:ext cx="1082042" cy="10820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7388" y="2964179"/>
            <a:ext cx="1085090" cy="10820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379" y="2964179"/>
            <a:ext cx="1082042" cy="10820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1448646"/>
            <a:ext cx="1082042" cy="108204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6246" y="1448646"/>
            <a:ext cx="1085090" cy="10820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5561" y="1448646"/>
            <a:ext cx="1082042" cy="108204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607" y="1448646"/>
            <a:ext cx="1085090" cy="108204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712" y="1448646"/>
            <a:ext cx="1082042" cy="108204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7445" y="1448646"/>
            <a:ext cx="1082042" cy="108204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0436" y="1448646"/>
            <a:ext cx="1082042" cy="108204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379" y="1448646"/>
            <a:ext cx="1082042" cy="108204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2655" y="4549816"/>
            <a:ext cx="1085090" cy="108204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9465" y="4546768"/>
            <a:ext cx="1082042" cy="108509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6246" y="4590625"/>
            <a:ext cx="1085090" cy="108509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6075" y="4590625"/>
            <a:ext cx="1082042" cy="108509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6760" y="4590625"/>
            <a:ext cx="1082042" cy="108509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7445" y="4590625"/>
            <a:ext cx="1085090" cy="108509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0436" y="4590625"/>
            <a:ext cx="1082042" cy="108509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427" y="4590625"/>
            <a:ext cx="1082042" cy="10850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187839" y="466807"/>
            <a:ext cx="1816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ICONS</a:t>
            </a:r>
            <a:endParaRPr lang="vi-VN" sz="3200" b="1" spc="600" dirty="0">
              <a:solidFill>
                <a:srgbClr val="034EA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0235591-6FEB-154F-9110-C443142FC460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B17C79C-3DEE-924F-B0CD-5CCD3066D9D1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B2EFEA9-1993-D043-8610-37F048E9782B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2741D36-18A7-6C43-BE01-B6239B24D2C5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9DE17AA-7E9E-584F-AB75-86302AFE5E81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CD74524-4904-AC41-9CAB-50EC5D462C7F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E4C8E61-63EA-AE4B-BA56-57E90518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011642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2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7839" y="466807"/>
            <a:ext cx="1816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600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ICONS</a:t>
            </a:r>
            <a:endParaRPr lang="vi-VN" sz="3200" b="1" spc="600" dirty="0">
              <a:solidFill>
                <a:srgbClr val="F3712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2609" y="4722611"/>
            <a:ext cx="1085090" cy="10820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5600" y="4603342"/>
            <a:ext cx="1082042" cy="10820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0971" y="4603342"/>
            <a:ext cx="1085090" cy="10820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2438" y="4603342"/>
            <a:ext cx="1082042" cy="10820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9333" y="4647206"/>
            <a:ext cx="1082042" cy="10820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9276" y="4603342"/>
            <a:ext cx="1085090" cy="10820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219" y="4647206"/>
            <a:ext cx="1082042" cy="10820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162" y="4647206"/>
            <a:ext cx="1082042" cy="108204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2609" y="3097893"/>
            <a:ext cx="1085090" cy="10820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5600" y="3094845"/>
            <a:ext cx="1082042" cy="10850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2495" y="3095177"/>
            <a:ext cx="1085090" cy="108509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2438" y="3095177"/>
            <a:ext cx="1082042" cy="10850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2381" y="3095177"/>
            <a:ext cx="1082042" cy="10850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9276" y="3095177"/>
            <a:ext cx="1085090" cy="10850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219" y="3095177"/>
            <a:ext cx="1082042" cy="108509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162" y="3095177"/>
            <a:ext cx="1082042" cy="108509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2552" y="1546196"/>
            <a:ext cx="1085090" cy="108509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2495" y="1546196"/>
            <a:ext cx="1082042" cy="108204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2609" y="1546196"/>
            <a:ext cx="1085090" cy="108204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2438" y="1546196"/>
            <a:ext cx="1082042" cy="108204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2381" y="1546196"/>
            <a:ext cx="1082042" cy="108204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9276" y="1546196"/>
            <a:ext cx="1085090" cy="108204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219" y="1546196"/>
            <a:ext cx="1082042" cy="108204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162" y="1546196"/>
            <a:ext cx="1082042" cy="1082042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7DA3769-4BB2-D94E-B89B-F6C7BC19EE28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7B98AE6-F1BE-9F43-9FFC-D914CA4FA581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33F76C2-77F6-B141-BC63-2D67EA5C93AB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7E0FAE2-1C7B-A546-97AE-521449EDD60D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6932310-51FA-2546-BAD6-D431072BB96D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9BB6505-BE55-C444-9A8E-C22BED5957F2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7D33C279-0BEF-A54F-99AA-05530F1C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498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2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7839" y="466807"/>
            <a:ext cx="1816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600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ICONS</a:t>
            </a:r>
            <a:endParaRPr lang="vi-VN" sz="3200" b="1" spc="600" dirty="0">
              <a:solidFill>
                <a:srgbClr val="F3712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0897" y="1543148"/>
            <a:ext cx="1082042" cy="10850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2552" y="1498863"/>
            <a:ext cx="1085090" cy="10850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7255" y="1543148"/>
            <a:ext cx="1082042" cy="108509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9390" y="1498863"/>
            <a:ext cx="1082042" cy="10850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3237" y="1498863"/>
            <a:ext cx="1085090" cy="10850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6228" y="1548980"/>
            <a:ext cx="1082042" cy="10850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219" y="1548980"/>
            <a:ext cx="1082042" cy="108509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162" y="1548980"/>
            <a:ext cx="1085090" cy="108509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2609" y="4510442"/>
            <a:ext cx="1082042" cy="108204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2552" y="4510442"/>
            <a:ext cx="1085090" cy="108204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2495" y="4510442"/>
            <a:ext cx="1082042" cy="108204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9390" y="4510442"/>
            <a:ext cx="1082042" cy="108204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9333" y="4510442"/>
            <a:ext cx="1085090" cy="108204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9276" y="4510442"/>
            <a:ext cx="1082042" cy="108204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219" y="4510442"/>
            <a:ext cx="1082042" cy="108204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479" y="4510442"/>
            <a:ext cx="1085090" cy="108204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5657" y="3031235"/>
            <a:ext cx="1082042" cy="108204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2552" y="3031235"/>
            <a:ext cx="1085090" cy="108204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2495" y="3031235"/>
            <a:ext cx="1082042" cy="108204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9390" y="3031235"/>
            <a:ext cx="1082042" cy="108204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9333" y="3031235"/>
            <a:ext cx="1085090" cy="1082042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2324" y="3031235"/>
            <a:ext cx="1082042" cy="108204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219" y="3031235"/>
            <a:ext cx="1082042" cy="1082042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162" y="3031235"/>
            <a:ext cx="1085090" cy="1082042"/>
          </a:xfrm>
          <a:prstGeom prst="rect">
            <a:avLst/>
          </a:prstGeom>
        </p:spPr>
      </p:pic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2175181-CD82-C745-889A-68E1F9DED5A4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07301B1-D740-714C-AFDA-A6EED725E45B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D7E2019-693C-E640-BEA4-3A5B2F4A0609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C209177-EB14-4B47-A378-D7E72790ECC4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C0AAD58-F83A-6541-B61D-C25B1CAE9EA5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9596CB-F29C-CD49-8E49-46364BD71BD5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206D16-9A64-5742-8BE9-CEE8C1E0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087250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3593" y="466807"/>
            <a:ext cx="35648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GLOBAL MAP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DBFFE34-8FD0-974D-82D2-F381C9951518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24C95A-C5FB-8941-8BCA-7DBAD46673EB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1426EAA-5E43-6342-B7EC-889B9990F8E9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8C6C50B-CA39-D245-9BD4-91D3D078BD4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46AD7D9-A0A2-9042-BE8C-1A9768259882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6F1D1F2-E74A-7A4F-864A-4398E18194F0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F1F7A2-E049-EA46-A8FA-AE2E31FF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46</a:t>
            </a:fld>
            <a:endParaRPr lang="x-none"/>
          </a:p>
        </p:txBody>
      </p:sp>
      <p:pic>
        <p:nvPicPr>
          <p:cNvPr id="20" name="Google Shape;1871;p17">
            <a:extLst>
              <a:ext uri="{FF2B5EF4-FFF2-40B4-BE49-F238E27FC236}">
                <a16:creationId xmlns:a16="http://schemas.microsoft.com/office/drawing/2014/main" id="{9A43C8E4-2B8D-616D-E616-194A20B5FF5F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7681" y="946586"/>
            <a:ext cx="10956638" cy="55490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48518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1278467"/>
            <a:ext cx="35475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Shorten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6641" y="928900"/>
            <a:ext cx="6369510" cy="47587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8133" y="1024125"/>
            <a:ext cx="400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300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8849" y="1518508"/>
            <a:ext cx="27877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26394"/>
            <a:ext cx="373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recovery with efficiency</a:t>
            </a:r>
          </a:p>
          <a:p>
            <a:r>
              <a:rPr lang="en-US" sz="2400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&amp;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29000"/>
            <a:ext cx="41825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automotive industry is facing significant challenges, from drastically changing demands, impacts of disruptive forces to stringent regulations on safety and employee health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BA3E756-8C61-684C-A9FF-960158595854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E3550EF-A90D-7048-9604-27EBD9917D5A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63C8E2-606E-1346-96E6-7285B8D14C88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1E7BD91-D0C2-2A45-9553-A1760C37D97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57844BC-B0F5-084A-80DE-7BA1D22E42DA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FCE6530-BE76-154C-81C8-0DA8B4B1449F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6C3CB3-277C-7F45-BAEE-272739AD2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241183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76662" y="2236304"/>
            <a:ext cx="3937040" cy="913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baseline="30000" dirty="0">
                <a:solidFill>
                  <a:srgbClr val="F37121"/>
                </a:solidFill>
              </a:rPr>
              <a:t>Accompany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76662" y="2877504"/>
            <a:ext cx="1406860" cy="54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aseline="30000" dirty="0">
                <a:solidFill>
                  <a:schemeClr val="bg1"/>
                </a:solidFill>
              </a:rPr>
              <a:t>TO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41752" y="3004464"/>
            <a:ext cx="31116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0" b="1" i="1" baseline="30000" dirty="0">
                <a:solidFill>
                  <a:schemeClr val="bg1"/>
                </a:solidFill>
              </a:rPr>
              <a:t>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4531" y="4062443"/>
            <a:ext cx="4850296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aseline="30000" dirty="0">
                <a:solidFill>
                  <a:schemeClr val="bg1"/>
                </a:solidFill>
              </a:rPr>
              <a:t>With such </a:t>
            </a:r>
          </a:p>
          <a:p>
            <a:pPr algn="r"/>
            <a:r>
              <a:rPr lang="en-US" sz="2800" b="1" baseline="30000" dirty="0">
                <a:solidFill>
                  <a:schemeClr val="bg1"/>
                </a:solidFill>
              </a:rPr>
              <a:t>passionate, enthusiastic</a:t>
            </a:r>
            <a:r>
              <a:rPr lang="en-US" sz="2800" baseline="30000" dirty="0">
                <a:solidFill>
                  <a:schemeClr val="bg1"/>
                </a:solidFill>
              </a:rPr>
              <a:t> and </a:t>
            </a:r>
          </a:p>
          <a:p>
            <a:pPr algn="r"/>
            <a:r>
              <a:rPr lang="en-US" sz="2800" b="1" baseline="30000" dirty="0">
                <a:solidFill>
                  <a:schemeClr val="bg1"/>
                </a:solidFill>
              </a:rPr>
              <a:t>energetic people</a:t>
            </a:r>
            <a:r>
              <a:rPr lang="en-US" sz="2800" baseline="30000" dirty="0">
                <a:solidFill>
                  <a:schemeClr val="bg1"/>
                </a:solidFill>
              </a:rPr>
              <a:t>, FPT Software will </a:t>
            </a:r>
          </a:p>
          <a:p>
            <a:pPr algn="r"/>
            <a:r>
              <a:rPr lang="en-US" sz="2800" b="1" baseline="30000" dirty="0">
                <a:solidFill>
                  <a:schemeClr val="bg1"/>
                </a:solidFill>
              </a:rPr>
              <a:t>transmit more energy</a:t>
            </a:r>
            <a:r>
              <a:rPr lang="en-US" sz="2800" baseline="30000" dirty="0">
                <a:solidFill>
                  <a:schemeClr val="bg1"/>
                </a:solidFill>
              </a:rPr>
              <a:t> and </a:t>
            </a:r>
            <a:r>
              <a:rPr lang="en-US" sz="2800" b="1" baseline="30000" dirty="0">
                <a:solidFill>
                  <a:schemeClr val="bg1"/>
                </a:solidFill>
              </a:rPr>
              <a:t>vitality </a:t>
            </a:r>
          </a:p>
          <a:p>
            <a:pPr algn="r"/>
            <a:r>
              <a:rPr lang="en-US" sz="2800" baseline="30000" dirty="0">
                <a:solidFill>
                  <a:schemeClr val="bg1"/>
                </a:solidFill>
              </a:rPr>
              <a:t>to its </a:t>
            </a:r>
            <a:r>
              <a:rPr lang="en-US" sz="2800" b="1" baseline="30000" dirty="0">
                <a:solidFill>
                  <a:schemeClr val="bg1"/>
                </a:solidFill>
              </a:rPr>
              <a:t>customers</a:t>
            </a:r>
            <a:r>
              <a:rPr lang="en-US" sz="2800" baseline="30000" dirty="0">
                <a:solidFill>
                  <a:schemeClr val="bg1"/>
                </a:solidFill>
              </a:rPr>
              <a:t>, </a:t>
            </a:r>
            <a:r>
              <a:rPr lang="en-US" sz="2800" b="1" baseline="30000" dirty="0">
                <a:solidFill>
                  <a:schemeClr val="bg1"/>
                </a:solidFill>
              </a:rPr>
              <a:t>partners, </a:t>
            </a:r>
          </a:p>
          <a:p>
            <a:pPr algn="r"/>
            <a:r>
              <a:rPr lang="en-US" sz="2800" b="1" baseline="30000" dirty="0">
                <a:solidFill>
                  <a:schemeClr val="bg1"/>
                </a:solidFill>
              </a:rPr>
              <a:t>communities</a:t>
            </a:r>
            <a:r>
              <a:rPr lang="en-US" sz="2800" baseline="30000" dirty="0">
                <a:solidFill>
                  <a:schemeClr val="bg1"/>
                </a:solidFill>
              </a:rPr>
              <a:t> through</a:t>
            </a:r>
            <a:r>
              <a:rPr lang="vi-VN" sz="2800" baseline="30000" dirty="0">
                <a:solidFill>
                  <a:schemeClr val="bg1"/>
                </a:solidFill>
              </a:rPr>
              <a:t> </a:t>
            </a:r>
            <a:r>
              <a:rPr lang="en-US" sz="2800" b="1" baseline="30000" dirty="0">
                <a:solidFill>
                  <a:schemeClr val="bg1"/>
                </a:solidFill>
              </a:rPr>
              <a:t>world-class</a:t>
            </a:r>
            <a:r>
              <a:rPr lang="vi-VN" sz="2800" b="1" baseline="30000" dirty="0">
                <a:solidFill>
                  <a:schemeClr val="bg1"/>
                </a:solidFill>
              </a:rPr>
              <a:t> </a:t>
            </a:r>
            <a:r>
              <a:rPr lang="en-US" sz="2800" b="1" baseline="30000" dirty="0">
                <a:solidFill>
                  <a:schemeClr val="bg1"/>
                </a:solidFill>
              </a:rPr>
              <a:t>products</a:t>
            </a:r>
            <a:r>
              <a:rPr lang="en-US" sz="2800" baseline="30000" dirty="0">
                <a:solidFill>
                  <a:schemeClr val="bg1"/>
                </a:solidFill>
              </a:rPr>
              <a:t> and </a:t>
            </a:r>
            <a:r>
              <a:rPr lang="en-US" sz="2800" b="1" baseline="30000" dirty="0">
                <a:solidFill>
                  <a:schemeClr val="bg1"/>
                </a:solidFill>
              </a:rPr>
              <a:t>services.</a:t>
            </a:r>
            <a:endParaRPr lang="vi-VN" sz="2800" b="1" baseline="30000" dirty="0">
              <a:solidFill>
                <a:schemeClr val="bg1"/>
              </a:solidFill>
            </a:endParaRPr>
          </a:p>
          <a:p>
            <a:pPr algn="r"/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24D6F59-F351-FD4F-9D01-C11E0CF539B1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2BDD1B-25BA-484F-9B5D-9B9A48131C59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05FA0D-598E-E14C-B2D6-B14AEF6E7409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D1637BD-6CB4-144A-BB3B-87BA161706EF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8ADECF8-5904-3843-8120-B5CA6DA3D118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F67298-40F4-E040-9F04-778FC408508F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9B94A6-2A95-AD4D-ABB5-DF38B23A3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820189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82A8EDE-E8E6-C24D-BE96-63DE47094D83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F9082A4-A40E-EF46-B5F3-602EA24164D2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862EFC-88B0-A147-9E75-28E93F40578F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3C38590-F1F4-494A-9C25-EB806F4FB945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8E110B-E165-1C4B-9A71-8216FCCB8894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704B80A-7886-964A-9EDA-4B73507E7953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A2B7D41-C1BF-744A-8065-03643B20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496338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F8EEAB7-F1AD-6B4C-8E1C-76620E40A2EC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34959E6-71E5-204B-9A29-0B337512A5B5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4D07DBA-F03F-0A47-A7E9-5839FF40B499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B76B4A-12E8-6C4B-B009-5408C10BF40A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B1229C-F73C-B14B-933D-5C5166FC5B15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54E21F3-B46D-B144-AA60-C14F1461B966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1DE417-190A-0F41-AB21-B3D2AE0FF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50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570806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0FBC618-5566-5B44-95FA-8EF5BC41E3D9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665DABE-45DC-1B4A-9A21-EF9446481A8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B45F534-10D2-9E42-B0C6-807A4AF5C0F7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256ADA-62E0-5D40-A41B-002E002C37C9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3F9B15-9F37-7F4F-9A4B-F5F6FE40C787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86D86D6-B900-B045-A7A5-3E07A8D14FD8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B13F58-A0C0-3F41-899B-513A4ACF8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51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20478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34EA2"/>
      </a:dk1>
      <a:lt1>
        <a:sysClr val="window" lastClr="FFFFFF"/>
      </a:lt1>
      <a:dk2>
        <a:srgbClr val="19226D"/>
      </a:dk2>
      <a:lt2>
        <a:srgbClr val="F37021"/>
      </a:lt2>
      <a:accent1>
        <a:srgbClr val="33B2C1"/>
      </a:accent1>
      <a:accent2>
        <a:srgbClr val="50B848"/>
      </a:accent2>
      <a:accent3>
        <a:srgbClr val="F2F2F2"/>
      </a:accent3>
      <a:accent4>
        <a:srgbClr val="BFBFBF"/>
      </a:accent4>
      <a:accent5>
        <a:srgbClr val="171616"/>
      </a:accent5>
      <a:accent6>
        <a:srgbClr val="AEABAB"/>
      </a:accent6>
      <a:hlink>
        <a:srgbClr val="F37021"/>
      </a:hlink>
      <a:folHlink>
        <a:srgbClr val="F37021"/>
      </a:folHlink>
    </a:clrScheme>
    <a:fontScheme name="FPT Software temp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he 7 Phases of the Buying and Selling Process">
    <a:dk1>
      <a:sysClr val="windowText" lastClr="000000"/>
    </a:dk1>
    <a:lt1>
      <a:sysClr val="window" lastClr="FFFFFF"/>
    </a:lt1>
    <a:dk2>
      <a:srgbClr val="1F497D"/>
    </a:dk2>
    <a:lt2>
      <a:srgbClr val="60D3E5"/>
    </a:lt2>
    <a:accent1>
      <a:srgbClr val="F39501"/>
    </a:accent1>
    <a:accent2>
      <a:srgbClr val="FD000D"/>
    </a:accent2>
    <a:accent3>
      <a:srgbClr val="E7027C"/>
    </a:accent3>
    <a:accent4>
      <a:srgbClr val="63208C"/>
    </a:accent4>
    <a:accent5>
      <a:srgbClr val="4150D4"/>
    </a:accent5>
    <a:accent6>
      <a:srgbClr val="32A8F2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The 7 Phases of the Buying and Selling Process">
    <a:dk1>
      <a:sysClr val="windowText" lastClr="000000"/>
    </a:dk1>
    <a:lt1>
      <a:sysClr val="window" lastClr="FFFFFF"/>
    </a:lt1>
    <a:dk2>
      <a:srgbClr val="1F497D"/>
    </a:dk2>
    <a:lt2>
      <a:srgbClr val="60D3E5"/>
    </a:lt2>
    <a:accent1>
      <a:srgbClr val="F39501"/>
    </a:accent1>
    <a:accent2>
      <a:srgbClr val="FD000D"/>
    </a:accent2>
    <a:accent3>
      <a:srgbClr val="E7027C"/>
    </a:accent3>
    <a:accent4>
      <a:srgbClr val="63208C"/>
    </a:accent4>
    <a:accent5>
      <a:srgbClr val="4150D4"/>
    </a:accent5>
    <a:accent6>
      <a:srgbClr val="32A8F2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AA7252BF6DA49867863B4C1FB9637" ma:contentTypeVersion="15" ma:contentTypeDescription="Create a new document." ma:contentTypeScope="" ma:versionID="8ea52319e14b97827b344ad51545bf5e">
  <xsd:schema xmlns:xsd="http://www.w3.org/2001/XMLSchema" xmlns:xs="http://www.w3.org/2001/XMLSchema" xmlns:p="http://schemas.microsoft.com/office/2006/metadata/properties" xmlns:ns1="http://schemas.microsoft.com/sharepoint/v3" xmlns:ns2="b285027b-67a2-418c-819f-120eec120afd" xmlns:ns3="d81ea301-fbfc-4718-a724-ec703239a190" targetNamespace="http://schemas.microsoft.com/office/2006/metadata/properties" ma:root="true" ma:fieldsID="120072dedd8cd238d50ad11a610e8c80" ns1:_="" ns2:_="" ns3:_="">
    <xsd:import namespace="http://schemas.microsoft.com/sharepoint/v3"/>
    <xsd:import namespace="b285027b-67a2-418c-819f-120eec120afd"/>
    <xsd:import namespace="d81ea301-fbfc-4718-a724-ec703239a19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85027b-67a2-418c-819f-120eec120af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ea301-fbfc-4718-a724-ec703239a1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c97e1a9-fa82-4965-b735-0e061acf9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81ea301-fbfc-4718-a724-ec703239a19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2FBA71-2FD9-4086-AA2A-2A6F2BD1F104}"/>
</file>

<file path=customXml/itemProps2.xml><?xml version="1.0" encoding="utf-8"?>
<ds:datastoreItem xmlns:ds="http://schemas.openxmlformats.org/officeDocument/2006/customXml" ds:itemID="{43CC38A9-4A3B-47F2-9DBF-87497B980FBF}"/>
</file>

<file path=customXml/itemProps3.xml><?xml version="1.0" encoding="utf-8"?>
<ds:datastoreItem xmlns:ds="http://schemas.openxmlformats.org/officeDocument/2006/customXml" ds:itemID="{9C27EBD2-9809-43B0-83B6-AE71A5FA18E1}"/>
</file>

<file path=docMetadata/LabelInfo.xml><?xml version="1.0" encoding="utf-8"?>
<clbl:labelList xmlns:clbl="http://schemas.microsoft.com/office/2020/mipLabelMetadata">
  <clbl:label id="{4b512a4e-bb54-4328-ad34-d43205aaa1ec}" enabled="1" method="Standard" siteId="{f01e930a-b52e-42b1-b70f-a8882b5d04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10307</TotalTime>
  <Words>2900</Words>
  <Application>Microsoft Office PowerPoint</Application>
  <PresentationFormat>Widescreen</PresentationFormat>
  <Paragraphs>1142</Paragraphs>
  <Slides>51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51</vt:i4>
      </vt:variant>
    </vt:vector>
  </HeadingPairs>
  <TitlesOfParts>
    <vt:vector size="68" baseType="lpstr">
      <vt:lpstr>Arial</vt:lpstr>
      <vt:lpstr>BR Omega</vt:lpstr>
      <vt:lpstr>BR Omega VN</vt:lpstr>
      <vt:lpstr>Calibri</vt:lpstr>
      <vt:lpstr>Calibri Light</vt:lpstr>
      <vt:lpstr>Google Sans</vt:lpstr>
      <vt:lpstr>Lato</vt:lpstr>
      <vt:lpstr>メイリオ</vt:lpstr>
      <vt:lpstr>Montserrat</vt:lpstr>
      <vt:lpstr>Montserrat Light</vt:lpstr>
      <vt:lpstr>Open Sans</vt:lpstr>
      <vt:lpstr>Segoe UI</vt:lpstr>
      <vt:lpstr>Tahoma</vt:lpstr>
      <vt:lpstr>ヒラギノ角ゴ 簡体中文 W3</vt:lpstr>
      <vt:lpstr>Office Theme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TITLE IS HERE</vt:lpstr>
      <vt:lpstr>YOUR TITLE IS HERE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Template_FPT Software Slide Dark</dc:title>
  <dc:creator>MSI</dc:creator>
  <cp:lastModifiedBy>Do My Ngoc Phuong (SEPG.PRO)</cp:lastModifiedBy>
  <cp:revision>88</cp:revision>
  <dcterms:created xsi:type="dcterms:W3CDTF">2021-11-26T03:15:35Z</dcterms:created>
  <dcterms:modified xsi:type="dcterms:W3CDTF">2025-08-15T06:30:49Z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0x0101002F8AA7252BF6DA49867863B4C1FB9637</vt:lpwstr>
  </property>
</Properties>
</file>