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1.xml" ContentType="application/vnd.openxmlformats-officedocument.presentationml.slide+xml"/>
  <Override PartName="/ppt/slides/slide47.xml" ContentType="application/vnd.openxmlformats-officedocument.presentationml.slide+xml"/>
  <Override PartName="/ppt/slides/slide2.xml" ContentType="application/vnd.openxmlformats-officedocument.presentationml.slid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9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5.xml" ContentType="application/vnd.openxmlformats-officedocument.presentationml.slide+xml"/>
  <Override PartName="/ppt/slides/slide37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4.xml" ContentType="application/vnd.ms-office.chartcolorstyle+xml"/>
  <Override PartName="/ppt/charts/style4.xml" ContentType="application/vnd.ms-office.chartstyle+xml"/>
  <Override PartName="/ppt/charts/chart4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olors6.xml" ContentType="application/vnd.ms-office.chartcolorstyle+xml"/>
  <Override PartName="/ppt/charts/colors2.xml" ContentType="application/vnd.ms-office.chartcolorstyle+xml"/>
  <Override PartName="/ppt/charts/style2.xml" ContentType="application/vnd.ms-office.chartstyle+xml"/>
  <Override PartName="/ppt/charts/chart2.xml" ContentType="application/vnd.openxmlformats-officedocument.drawingml.chart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140753876" r:id="rId2"/>
    <p:sldId id="2140753877" r:id="rId3"/>
    <p:sldId id="2140753872" r:id="rId4"/>
    <p:sldId id="268" r:id="rId5"/>
    <p:sldId id="2140753878" r:id="rId6"/>
    <p:sldId id="2140753879" r:id="rId7"/>
    <p:sldId id="2140753873" r:id="rId8"/>
    <p:sldId id="2140753673" r:id="rId9"/>
    <p:sldId id="2140753858" r:id="rId10"/>
    <p:sldId id="2140753674" r:id="rId11"/>
    <p:sldId id="1795" r:id="rId12"/>
    <p:sldId id="2140753880" r:id="rId13"/>
    <p:sldId id="2140753881" r:id="rId14"/>
    <p:sldId id="2140753814" r:id="rId15"/>
    <p:sldId id="2140753815" r:id="rId16"/>
    <p:sldId id="2140753882" r:id="rId17"/>
    <p:sldId id="2140753883" r:id="rId18"/>
    <p:sldId id="2140753817" r:id="rId19"/>
    <p:sldId id="2140753818" r:id="rId20"/>
    <p:sldId id="2140753884" r:id="rId21"/>
    <p:sldId id="2140753885" r:id="rId22"/>
    <p:sldId id="2140753866" r:id="rId23"/>
    <p:sldId id="2140753864" r:id="rId24"/>
    <p:sldId id="2140753886" r:id="rId25"/>
    <p:sldId id="276" r:id="rId26"/>
    <p:sldId id="2140753867" r:id="rId27"/>
    <p:sldId id="2140753887" r:id="rId28"/>
    <p:sldId id="2140753888" r:id="rId29"/>
    <p:sldId id="2140753889" r:id="rId30"/>
    <p:sldId id="2140753890" r:id="rId31"/>
    <p:sldId id="2140753869" r:id="rId32"/>
    <p:sldId id="2140753891" r:id="rId33"/>
    <p:sldId id="283" r:id="rId34"/>
    <p:sldId id="2140753870" r:id="rId35"/>
    <p:sldId id="2140753871" r:id="rId36"/>
    <p:sldId id="258" r:id="rId37"/>
    <p:sldId id="257" r:id="rId38"/>
    <p:sldId id="262" r:id="rId39"/>
    <p:sldId id="263" r:id="rId40"/>
    <p:sldId id="264" r:id="rId41"/>
    <p:sldId id="265" r:id="rId42"/>
    <p:sldId id="261" r:id="rId43"/>
    <p:sldId id="260" r:id="rId44"/>
    <p:sldId id="282" r:id="rId45"/>
    <p:sldId id="274" r:id="rId46"/>
    <p:sldId id="275" r:id="rId47"/>
    <p:sldId id="280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BC12F91-C5C4-5145-8FDB-611B9A0854BE}">
          <p14:sldIdLst>
            <p14:sldId id="2140753876"/>
            <p14:sldId id="2140753877"/>
            <p14:sldId id="2140753872"/>
            <p14:sldId id="268"/>
            <p14:sldId id="2140753878"/>
            <p14:sldId id="2140753879"/>
            <p14:sldId id="2140753873"/>
            <p14:sldId id="2140753673"/>
            <p14:sldId id="2140753858"/>
            <p14:sldId id="2140753674"/>
            <p14:sldId id="1795"/>
            <p14:sldId id="2140753880"/>
            <p14:sldId id="2140753881"/>
            <p14:sldId id="2140753814"/>
            <p14:sldId id="2140753815"/>
            <p14:sldId id="2140753882"/>
            <p14:sldId id="2140753883"/>
            <p14:sldId id="2140753817"/>
            <p14:sldId id="2140753818"/>
            <p14:sldId id="2140753884"/>
            <p14:sldId id="2140753885"/>
            <p14:sldId id="2140753866"/>
            <p14:sldId id="2140753864"/>
            <p14:sldId id="2140753886"/>
            <p14:sldId id="276"/>
            <p14:sldId id="2140753867"/>
            <p14:sldId id="2140753887"/>
            <p14:sldId id="2140753888"/>
            <p14:sldId id="2140753889"/>
            <p14:sldId id="2140753890"/>
            <p14:sldId id="2140753869"/>
            <p14:sldId id="2140753891"/>
            <p14:sldId id="283"/>
          </p14:sldIdLst>
        </p14:section>
        <p14:section name="GUIDELINE &amp; SAMPLE" id="{0AC042C7-4D81-1B44-AE40-3EF052FEE315}">
          <p14:sldIdLst>
            <p14:sldId id="2140753870"/>
            <p14:sldId id="2140753871"/>
            <p14:sldId id="258"/>
            <p14:sldId id="257"/>
            <p14:sldId id="262"/>
            <p14:sldId id="263"/>
            <p14:sldId id="264"/>
            <p14:sldId id="265"/>
            <p14:sldId id="261"/>
            <p14:sldId id="260"/>
            <p14:sldId id="282"/>
            <p14:sldId id="274"/>
            <p14:sldId id="275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226D"/>
    <a:srgbClr val="50B848"/>
    <a:srgbClr val="F37121"/>
    <a:srgbClr val="B5B5B5"/>
    <a:srgbClr val="33B2C1"/>
    <a:srgbClr val="034EA2"/>
    <a:srgbClr val="F2F2F2"/>
    <a:srgbClr val="3EA9C1"/>
    <a:srgbClr val="33B2C0"/>
    <a:srgbClr val="E4E5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97" autoAdjust="0"/>
    <p:restoredTop sz="94859"/>
  </p:normalViewPr>
  <p:slideViewPr>
    <p:cSldViewPr snapToGrid="0">
      <p:cViewPr varScale="1">
        <p:scale>
          <a:sx n="108" d="100"/>
          <a:sy n="108" d="100"/>
        </p:scale>
        <p:origin x="9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customXml" Target="../customXml/item3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&lt;100M</c:v>
                </c:pt>
              </c:strCache>
            </c:strRef>
          </c:tx>
          <c:spPr>
            <a:solidFill>
              <a:schemeClr val="accent6">
                <a:shade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112</c:v>
                </c:pt>
                <c:pt idx="1">
                  <c:v>89</c:v>
                </c:pt>
                <c:pt idx="2">
                  <c:v>122</c:v>
                </c:pt>
                <c:pt idx="3">
                  <c:v>119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04-E04B-A6BE-238A537288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&gt;500M</c:v>
                </c:pt>
              </c:strCache>
            </c:strRef>
          </c:tx>
          <c:spPr>
            <a:solidFill>
              <a:schemeClr val="accent6">
                <a:shade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</c:v>
                </c:pt>
                <c:pt idx="1">
                  <c:v>25</c:v>
                </c:pt>
                <c:pt idx="2">
                  <c:v>113</c:v>
                </c:pt>
                <c:pt idx="3">
                  <c:v>167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04-E04B-A6BE-238A5372880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60M - 100M</c:v>
                </c:pt>
              </c:strCache>
            </c:strRef>
          </c:tx>
          <c:spPr>
            <a:solidFill>
              <a:schemeClr val="accent6">
                <a:shade val="9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904-E04B-A6BE-238A5372880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N/A</c:v>
                </c:pt>
              </c:strCache>
            </c:strRef>
          </c:tx>
          <c:spPr>
            <a:solidFill>
              <a:schemeClr val="accent6">
                <a:tint val="9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28</c:v>
                </c:pt>
                <c:pt idx="1">
                  <c:v>48</c:v>
                </c:pt>
                <c:pt idx="2">
                  <c:v>39</c:v>
                </c:pt>
                <c:pt idx="3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904-E04B-A6BE-238A5372880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&gt;1B</c:v>
                </c:pt>
              </c:strCache>
            </c:strRef>
          </c:tx>
          <c:spPr>
            <a:solidFill>
              <a:schemeClr val="accent6">
                <a:tint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17</c:v>
                </c:pt>
                <c:pt idx="1">
                  <c:v>37</c:v>
                </c:pt>
                <c:pt idx="2">
                  <c:v>76</c:v>
                </c:pt>
                <c:pt idx="3">
                  <c:v>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904-E04B-A6BE-238A5372880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&gt;2B</c:v>
                </c:pt>
              </c:strCache>
            </c:strRef>
          </c:tx>
          <c:spPr>
            <a:solidFill>
              <a:schemeClr val="accent6">
                <a:tint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39</c:v>
                </c:pt>
                <c:pt idx="1">
                  <c:v>47</c:v>
                </c:pt>
                <c:pt idx="2">
                  <c:v>112</c:v>
                </c:pt>
                <c:pt idx="3">
                  <c:v>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904-E04B-A6BE-238A5372880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33775263"/>
        <c:axId val="1733776911"/>
      </c:barChart>
      <c:catAx>
        <c:axId val="1733775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3776911"/>
        <c:crosses val="autoZero"/>
        <c:auto val="1"/>
        <c:lblAlgn val="ctr"/>
        <c:lblOffset val="100"/>
        <c:noMultiLvlLbl val="0"/>
      </c:catAx>
      <c:valAx>
        <c:axId val="1733776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37752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 1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103</c:v>
                </c:pt>
                <c:pt idx="1">
                  <c:v>175</c:v>
                </c:pt>
                <c:pt idx="2">
                  <c:v>299</c:v>
                </c:pt>
                <c:pt idx="3">
                  <c:v>184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92-6D4C-A516-7B826F7145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OBJECT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115</c:v>
                </c:pt>
                <c:pt idx="1">
                  <c:v>30</c:v>
                </c:pt>
                <c:pt idx="2">
                  <c:v>80</c:v>
                </c:pt>
                <c:pt idx="3">
                  <c:v>248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92-6D4C-A516-7B826F71455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OBJECT 3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DATA 1</c:v>
                </c:pt>
                <c:pt idx="1">
                  <c:v>DATA 2</c:v>
                </c:pt>
                <c:pt idx="2">
                  <c:v>DATA 3</c:v>
                </c:pt>
                <c:pt idx="3">
                  <c:v>DATA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</c:v>
                </c:pt>
                <c:pt idx="1">
                  <c:v>41</c:v>
                </c:pt>
                <c:pt idx="2">
                  <c:v>85</c:v>
                </c:pt>
                <c:pt idx="3">
                  <c:v>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92-6D4C-A516-7B826F71455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33775263"/>
        <c:axId val="1733776911"/>
      </c:barChart>
      <c:catAx>
        <c:axId val="1733775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3776911"/>
        <c:crosses val="autoZero"/>
        <c:auto val="1"/>
        <c:lblAlgn val="ctr"/>
        <c:lblOffset val="100"/>
        <c:noMultiLvlLbl val="0"/>
      </c:catAx>
      <c:valAx>
        <c:axId val="1733776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37752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19226D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B7C-9B47-B470-1755DE030DB5}"/>
              </c:ext>
            </c:extLst>
          </c:dPt>
          <c:dPt>
            <c:idx val="1"/>
            <c:bubble3D val="0"/>
            <c:spPr>
              <a:solidFill>
                <a:schemeClr val="accent1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B7C-9B47-B470-1755DE030DB5}"/>
              </c:ext>
            </c:extLst>
          </c:dPt>
          <c:dPt>
            <c:idx val="2"/>
            <c:bubble3D val="0"/>
            <c:spPr>
              <a:solidFill>
                <a:schemeClr val="accent1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B7C-9B47-B470-1755DE030DB5}"/>
              </c:ext>
            </c:extLst>
          </c:dPt>
          <c:dPt>
            <c:idx val="3"/>
            <c:bubble3D val="0"/>
            <c:spPr>
              <a:solidFill>
                <a:schemeClr val="accent1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B7C-9B47-B470-1755DE030DB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rgbClr val="19226D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B7C-9B47-B470-1755DE030DB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19226D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19226D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19226D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CA6-FA4D-8D75-3FEE87520F5A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CA6-FA4D-8D75-3FEE87520F5A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CA6-FA4D-8D75-3FEE87520F5A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CA6-FA4D-8D75-3FEE87520F5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rgbClr val="19226D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CA6-FA4D-8D75-3FEE87520F5A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19226D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19226D"/>
          </a:solidFill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19226D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F81-274A-BE8F-91832EC0C770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F81-274A-BE8F-91832EC0C770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F81-274A-BE8F-91832EC0C770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F81-274A-BE8F-91832EC0C77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rgbClr val="19226D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CD-A24A-B9AE-03F17753105B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19226D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19226D"/>
          </a:solidFill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19226D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F81-274A-BE8F-91832EC0C770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F81-274A-BE8F-91832EC0C770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F81-274A-BE8F-91832EC0C770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F81-274A-BE8F-91832EC0C77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rgbClr val="19226D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CD-A24A-B9AE-03F17753105B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19226D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rgbClr val="19226D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45524A-D9F4-7545-AB95-5226F9D348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F79B1-55A0-5A4C-8442-40DC6CEBD8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05CAF-285F-1248-96A4-68300F7F9840}" type="datetimeFigureOut">
              <a:rPr lang="en-VN" smtClean="0"/>
              <a:t>08/15/2025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E336C1-B440-0443-8FF8-F82E4A5B0D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4F16BD-3B62-C946-A536-E43A745C7A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45307-BBFD-0045-B4A6-B73E368179D6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571309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12EB2-7195-4DCC-A544-62F8933C210E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B53C0-79AE-4DBD-9505-8B7D1F13E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991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7581F4-887D-4993-9857-5CFF152EBBA8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8717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7581F4-887D-4993-9857-5CFF152EBBA8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7751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B53C0-79AE-4DBD-9505-8B7D1F13E08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174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B53C0-79AE-4DBD-9505-8B7D1F13E08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68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922DA9-E8C1-7A40-9EE6-89A4AED337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965200"/>
          </a:xfrm>
          <a:prstGeom prst="rect">
            <a:avLst/>
          </a:prstGeom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A68080BE-7587-6144-8ECC-8515B3AB1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780" y="190527"/>
            <a:ext cx="10515600" cy="711081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0C19840-32F7-DE46-B2BC-767228E15B33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EC24A74-A217-A244-8E5E-725CBA69F673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FB2B6BA-9839-4346-8C17-5FEBDC196FD8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B560BE9-4881-E640-B746-48E2960FB1D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DA3FBC9-F771-A94D-8F55-34A40C7DFEB7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4304818-7278-3045-AD37-3EACA5B19337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15681373-A4D2-854A-A772-7DF263D2A29C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B5CC1C9-B1AF-DE46-B64D-05E162F783E3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535CBA73-2EF9-6C43-93B2-AD209F35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50334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DBA99F59-D728-3C0D-75B2-1A1B6C0B5E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780" y="190527"/>
            <a:ext cx="10515600" cy="711081"/>
          </a:xfrm>
        </p:spPr>
        <p:txBody>
          <a:bodyPr>
            <a:normAutofit/>
          </a:bodyPr>
          <a:lstStyle>
            <a:lvl1pPr algn="l">
              <a:defRPr sz="2800">
                <a:solidFill>
                  <a:srgbClr val="19226D"/>
                </a:solidFill>
                <a:latin typeface="BR Omega VN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449E6F8-3007-BAAE-66F6-0C77A229D3C5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585FB22-DF90-6352-F857-0B533137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4990C5D-5E7E-E930-58B5-EC8E3DF0B447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6B9C2D5-61E1-9897-DF97-2CE75D019F6A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B60071-4C7B-8FCE-1C36-DED5E4CC72A3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917E693-3A4C-262F-6D9F-0BE7D94637DB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51A0A6E-2318-9EEE-33C2-BB4EB6C1D728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A3A367C-D6C3-27E2-15A9-DFF3BE528B9D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5C3F129-3501-0100-FA42-E0D6A2A46217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1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612335-2155-F144-ACF9-10F9E55DD2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9652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2958987-FE12-6A45-AB06-D3F0A4B0B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780" y="190527"/>
            <a:ext cx="10515600" cy="711081"/>
          </a:xfrm>
        </p:spPr>
        <p:txBody>
          <a:bodyPr>
            <a:normAutofit/>
          </a:bodyPr>
          <a:lstStyle>
            <a:lvl1pPr algn="l">
              <a:defRPr sz="2800">
                <a:solidFill>
                  <a:srgbClr val="19226D"/>
                </a:solidFill>
                <a:latin typeface="BR Omega VN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67324A7-459A-EC4A-96C9-632E9AB197B2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8ECB69-26E2-0242-8339-71783BE7D842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9BDF857-1D12-854A-9A20-B19E33C36FE5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F6517F5-CBA0-D641-9E92-7FDFE839EFEB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1F79581-5D79-4E47-A23D-2897202FF386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CA70723-60A1-8B4C-8C3F-FC53EA379972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9D44BE42-DB45-BD41-9A16-5FF7BB95D082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A50D04F-B7A3-A543-B2F0-FF35C1B16E1F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EB6FA0AC-3B13-B046-940B-897CAC42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1061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19B5B39D-54CB-5859-287C-8B1343205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780" y="190527"/>
            <a:ext cx="10515600" cy="711081"/>
          </a:xfrm>
        </p:spPr>
        <p:txBody>
          <a:bodyPr>
            <a:normAutofit/>
          </a:bodyPr>
          <a:lstStyle>
            <a:lvl1pPr algn="l">
              <a:defRPr sz="2800">
                <a:solidFill>
                  <a:srgbClr val="19226D"/>
                </a:solidFill>
                <a:latin typeface="BR Omega VN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21315B2-D046-75BD-2027-4C92CD19F61E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44DBB7F-470F-D138-5871-5423B4E1B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D32D63E-7A27-A05C-F480-1476E413B564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AF15DF1-68C8-974F-10CA-B82E26CA476E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1189858-D204-986F-6568-725D248B6946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12CF800-F8C3-2A9C-4F76-2FD0CA251EAE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ACD2515-3F58-E36B-ED41-BAD328EE6BB8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5754399-50CB-4D88-6A5F-A676BAFC7A85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880BAFD-8372-5CDC-BF06-6D01C7DF4568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13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8668A3C6-7DF5-516F-D2DA-96D69B5D7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27C8720-C901-1B98-E6AF-B24A7268C7EC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BA87C29-C3B2-1CEA-1827-40D3247296EC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766B08E-75B6-04D6-CE0D-1F1CFC4367CA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77F5371-0B76-0765-435B-1524651D918D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D9028FD-2E42-FF60-3415-B24C8D209A97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AE6D017-6C22-0BB4-785E-6B83E2DD23E5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DBF0BC5-DD3B-EFBF-050D-BFE82B73EF0F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593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134AFC1-5ECA-17D6-8DD0-085E7382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F56057E-DA00-E4FC-C80C-86F4791D2CFE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B4BE732-3EB8-40A3-2B23-611E4EC11ED5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BC64AE4-D6D2-0C06-BD04-CAA5E60DBC63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74F28DA-2F0C-C4CE-D1C0-10E2963CD8D7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6ADB5D1-30FA-FD8B-361C-BD69809E2777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7278F6-6558-5759-9D59-2DCC5E19B9DF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1C0016F-4E87-6454-B0A0-1585B68A92C6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89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29EB11F-D043-7441-AA75-519D965E19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63B9A03-E856-134D-8A06-24CFAC6C851F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1CD68F0-B45C-5941-AA2B-577A84F07969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ABAFDF-0A8B-6944-8936-304BE90EA2CB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797118-B6B6-1F4E-BEDC-5AA4E1DA6790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43ADEE7-0AA6-0944-A43F-34C0D4923E1E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7FD1791-6CF5-4542-A218-017F64FBA02C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81DFE14-2BAA-3742-A711-56BE59348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559F2F4-37E4-7A45-8ECB-451B5E4152D9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493B48-3DA7-E947-AEEC-81EB55D64B80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49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CE0BD64-5B63-F29A-C5E4-10061F2B7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C819329-E5AA-58F0-D2E9-90B2C58B142F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EE6814-A7E4-5C9B-F8AA-71C4F69300B0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1E2D51-CB7B-DC26-2086-7606117B04EB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81E2781-F2E5-2005-E1CC-ABE7AA54821B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C8C0497-097E-83FE-65BA-3A4E6AE3785E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50A869D-B7AE-A9FA-0AA7-D9C61894B9D1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3A1973B-E1CA-AAAC-144A-A801CF8D57FB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991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bg>
      <p:bgPr>
        <a:gradFill>
          <a:gsLst>
            <a:gs pos="0">
              <a:srgbClr val="50B848"/>
            </a:gs>
            <a:gs pos="37000">
              <a:srgbClr val="356D5B"/>
            </a:gs>
            <a:gs pos="100000">
              <a:srgbClr val="19226D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852D304-8DB3-CF44-A52F-E79EA93F6731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A2A6B6E-39E3-4E41-9202-479D05FB06BB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086C675-CEB7-C441-A3D7-3279FFE56275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B7E4B97-6890-E146-927A-8C5BF4E79AA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A7DB3E0-73EE-714B-9C0E-76E2C9A411F4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9C1F5A4-D68F-AC43-B7E3-3C475A72C661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7D5CD0C2-5822-1944-BC57-FD19E766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C95442A-32A5-D34D-84ED-EB9840F371BF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36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ED8A6C4-8D48-A741-8E70-35BC8A7DF24D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F7E00B9-D6C8-2C45-B19B-C85C8186A241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AE58C11-7699-7D48-BC93-F583C9E5E40D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AA8190-FCEC-DF44-9F5A-10095FB162E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68B8A4F-3496-5B43-8E20-569DE91627CB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C307A14-4347-714F-9635-2188B14053F6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7F839E2-1874-E14B-B9AE-C8EDD5809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45219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bg>
      <p:bgPr>
        <a:gradFill>
          <a:gsLst>
            <a:gs pos="0">
              <a:srgbClr val="3EA9C1"/>
            </a:gs>
            <a:gs pos="100000">
              <a:srgbClr val="034EA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D3AAA28-FEA8-F249-8C46-A1D9B8007B13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E337708-4B47-6A4D-A778-1A9A1C2998A5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84CFB43-A9C1-9E4A-99E5-F2E03F726208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D9DA35-3C5D-C940-ACA0-E14928613982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4A8F42C-1C2B-DC4D-8DCE-BE6E4CCFEFCE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C7876C1-57B3-8949-B0D9-E5AD7654E256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B36B756-1EFD-8542-A4AC-B957DB008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F021668-ABFC-DF4D-AD1B-E4EBE1BE3048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E955BCA-127F-1747-9BB8-7DB78C582DF5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231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bg>
      <p:bgPr>
        <a:solidFill>
          <a:srgbClr val="F37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05DAED6-FABE-0348-A0EC-10445981CC05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02DDD32-343F-244B-AE10-ECD5984E08C5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58CDBB3-514A-EA4D-A65A-923A52654281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6C3288D-3C42-C444-A377-A39683C4DFCD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515EF48-46AB-EB40-AEC8-384AB0AB635D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AF8D4DE-5470-E547-BDF8-909AF456C069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B423D82-B217-F24D-9A4B-51E3223C7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F9B4AE42-994A-3445-A045-ECB259BE3B96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470A95-B716-5F46-9278-41BECDD385DC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536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32EEAE7-A53A-8540-823B-1A5B586202B8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A9E292F-D15B-3440-BFF3-EED8802880FB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A3519CF-8166-9E42-8146-B6397D55AFAA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A8C4D0A-95C4-5E49-A977-8A1BC8922F1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968C13-89E8-4D45-9D89-7098A62AE4AC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A1EF8AC-6BF2-5543-8AA6-186E6A781219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7005A36C-3143-D84B-84B4-F891BB150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AAF25899-1F00-A841-8F4B-2A9601DD1325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451E643-497F-0546-B045-5080C05B28C4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724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831E717-6F65-B14B-A854-F3079D6FA43D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BFF991D-922B-BD4C-822C-9BF7D5E9CA2F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E288FF5-FB11-2D4C-9263-0722A01A70F3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E27A1BA-8FA6-5042-AF5E-3DC09C5DBC3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0E9A48A-826B-DD48-B0AC-5902E8C234FA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3065AE7-E2E1-4247-A38D-6FD592E308B4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50E99BC-F599-F045-9C5F-F182A291F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1187FFA-5693-384A-B7D7-421716AFCC1B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1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F7C3DA0-211E-BA0E-FED9-7094193F2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5C3AD61-F757-1AAA-13D7-7D41CDF97851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6659F1E-0DF3-2B0E-E735-47784CC0FAEE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4AFA669-623B-D4B0-1823-1D54C4605F4F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EDE4335-89B8-638C-902C-7F6FA22A320A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0A9405F-DFF6-4814-1CC6-6AFB06FBE5B5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59F99C5-DB07-FD46-62A0-1AB0D55711F4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5773D07-4BDD-56C3-4BFA-06F99D794648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50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gradFill>
          <a:gsLst>
            <a:gs pos="0">
              <a:srgbClr val="F37121"/>
            </a:gs>
            <a:gs pos="100000">
              <a:srgbClr val="F37121">
                <a:lumMod val="78000"/>
              </a:srgb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01194" y="0"/>
            <a:ext cx="11316023" cy="68580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ABBE93A-BCEF-DC40-9E10-EF9437C573D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6EA27E-8CE7-7946-BA7D-2A5B7CD3DD6B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BD2B0A-DA75-6E46-ADD4-01709DEDDC31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7CB5EF6-A2BE-874C-81F7-B7C0975210AD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7E0664-2B84-BB41-8518-00B11B020BF9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EA0B64C-94BF-3047-96A4-214219A5E29A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0EDB5F8-0B01-B14A-B747-9970DE970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031423"/>
            <a:ext cx="4590229" cy="2983912"/>
          </a:xfrm>
        </p:spPr>
        <p:txBody>
          <a:bodyPr>
            <a:normAutofit/>
          </a:bodyPr>
          <a:lstStyle>
            <a:lvl1pPr algn="r">
              <a:defRPr sz="4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0D706DA2-622A-694F-9E32-399A0341F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0F276C8-BAF3-6D41-BC38-159A0A3363B1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33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gradFill>
          <a:gsLst>
            <a:gs pos="0">
              <a:srgbClr val="19226D"/>
            </a:gs>
            <a:gs pos="100000">
              <a:srgbClr val="034EA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1573" y="188969"/>
            <a:ext cx="10692406" cy="6480061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BD5A0CA-896F-5040-8DAF-88D8CB5F47D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5307F0D-20CE-2C43-9111-680FF872B31E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752C12-EA75-1D42-8090-9CAAABA2BE1B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481A09-20D9-0344-BC0D-5862ED52879F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019DD4-7619-5A43-909F-46685D0828B6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BEE4AE0-435F-A246-BC97-254FF6FD2FC8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9267313A-9ABD-E743-8449-A133A5994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0460" y="1904022"/>
            <a:ext cx="4590229" cy="2983912"/>
          </a:xfrm>
        </p:spPr>
        <p:txBody>
          <a:bodyPr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8CE7A170-D609-0442-B622-507B0955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7BA9CE5-C61D-5146-AE5D-E98FF770E4C1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4915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bg>
      <p:bgPr>
        <a:gradFill>
          <a:gsLst>
            <a:gs pos="0">
              <a:srgbClr val="034EA2"/>
            </a:gs>
            <a:gs pos="100000">
              <a:srgbClr val="19226D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50496" y="0"/>
            <a:ext cx="5741504" cy="691124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735559F-6A4D-3D46-A124-8E92E72916D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546CB8-8956-FB42-8301-C979C61BC709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BB3BF3F-B4C0-DB48-BEAB-AE030ED5561C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6F7DEE-ADF4-014B-BB30-738AF781602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5DB4BA4-4144-DB47-B55F-5E26F8713151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F5A60B6-D16E-414C-B473-98F4A577397A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40785EB-CF37-DC42-BD82-99A0EF8D0A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5771" y="1904022"/>
            <a:ext cx="4590229" cy="2983912"/>
          </a:xfrm>
        </p:spPr>
        <p:txBody>
          <a:bodyPr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C18A648-65E2-694F-B913-185E31E5D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513BF2B-FCE2-CD4F-AF32-06ABF067538A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740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304BD9A-B871-1444-AF72-D9F26AA0F3F4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5D4035C-5E60-4744-9AD4-D74676CB465F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2C916E2-A7AD-AF49-9466-F4FAECDFD731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0AD99B-A276-D948-B3DF-84B40E7E8737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341C1B2-9D59-054F-B23A-DA8D36145C81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D489F30-14C2-B04B-B0FB-D1722710AF0A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A53FB58-8D65-2B4C-8037-E43514F04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263" y="2014074"/>
            <a:ext cx="4590229" cy="2983912"/>
          </a:xfrm>
        </p:spPr>
        <p:txBody>
          <a:bodyPr>
            <a:normAutofit/>
          </a:bodyPr>
          <a:lstStyle>
            <a:lvl1pPr algn="r">
              <a:defRPr sz="4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9D2DF389-EA04-DA47-B7AC-DF1D0EE61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0A25BB1-4BFF-7848-B386-C9BDC3C39487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95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BDD32B8-E926-4C49-B42B-C549BB93DC7D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F1F3743-0878-5146-BB9E-B85F244ACC2C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B3B3AAB-8D9A-A24B-8B0B-555B2C69C9A8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7D0A365-3B17-584B-BCE1-2FC31F56CCF3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686EC9-4414-7C4A-99D5-16E7A9E088F9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A106ED-CBBE-7F4F-AA8D-4B863E6EC6A2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E12862F-7974-D540-9F98-6540B214E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26D76CD-2C74-1A43-A528-6A27E584E903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837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105BD56-A8E0-E444-BE9C-22203E4DCF3E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B9A621C-3FEA-F44A-9FB8-4BFCEB404982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588913-168E-054F-8189-51B637B7757E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CE238BA-B121-984B-ACE5-3CC621D43F30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49F2E8-A40E-7245-A2A9-037C4416B88E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307555D-F79C-E344-874C-925FC8A7E3EF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D752961-38D0-8244-BF6A-A7591FA4D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83E1E6-DB8F-8F46-B7A2-A20D6BC8F3FB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374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268F06-6D8C-A942-978A-EBE9B5D7AB2A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2B717D-08C7-2744-8CC5-2D559DBD2EE8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913A8CF-7152-2446-A66F-E48E95479DDA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9AD5876-3601-7D4A-BDA6-59B2077E8C39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37CB65-F8A1-5740-9AB3-6E953026B9C9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966305-24F7-5C41-91AB-9BCD192C42F9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C1B114B-679E-1447-80FB-878BAB868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951DA9-663C-6944-AE1B-BB407FF15AE8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2516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B57E445-7F46-3543-BAB1-C913D79DDE0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49EF23F-BFCA-B147-B2F2-0A9C687DEB0A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B66F4A-3476-8C49-9F5A-C4B16631D55D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0043553-159C-6742-861C-15FF86F2922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9051973-9FBF-4248-B549-ED04EC20C11A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DF2C659-F3B4-A140-8E46-CF309A825938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40A1F0A9-C1BC-0846-9F7F-9E4C5F9B712C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04C3B871-8E80-D147-AC5A-CA278654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B9C7E04-5600-C04F-BCF0-677B4EA95FAC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757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88BD8ED-C1DC-034B-B158-4BE8F9B0D943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05ACCF9-E8B6-454A-8880-A457C84DBC22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31AE5EC-1955-4647-9D1B-3D5929493AFC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DBF357B-0703-BE4E-BEB2-AC1116A4205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870F2C9-B61D-CA4F-B3E0-B4C6EA86933F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50435E5-74F1-AD49-91CE-B5DDAF93F835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FC3BC43-DD90-C240-B379-14C16F453717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1F68626-6D9B-3B4D-919B-1757045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0A3B17A-5D0F-3D41-94A2-21C3023AA403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977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7928F62-9533-614D-A666-9C368BE226A0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BB1EB6C-932C-2545-A0C5-6146B631E221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C05784-72DA-684A-A79B-6FC3CA9A3246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8295BF-3345-EC4A-87A5-C9346CAD738D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A86D31D-77A7-3B42-83A0-B4960390D889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A268FF6-5451-D940-A9E3-A11A5F7E7487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1A0F73E1-56D3-5A45-8C32-3246C3CBE991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D54FD55-DFC2-954C-A607-134D7A550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4F9A92B-FCF3-EC44-A6E3-BA6C1880C422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4289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A23207F-7F2B-6847-B1E2-6F312566FA50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863A1F-56A7-4D4F-B1F1-56A6D63FE859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5EFEFDF-1FED-D24B-89C1-F137C46A7294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58113C5-FBC8-2C4C-9C32-170C7AF3F218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DD20727-BEC2-CA46-B768-7270590A7D3A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D33F4F9-294B-9741-AEBE-A56B07736D0D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CF7DA214-0924-C644-B46E-C091356CB1E0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BD65B28E-882F-5049-8082-3AE8D7E89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1D17853-9707-8E4D-B4BC-8AEEE936309A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730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ECB9F1-CFF5-A241-AC1C-5C4200298BC4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9F2C8F6-B7F9-F34A-AF6E-973B9F2A8510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0E267B3-702D-B14A-82AD-66880A08BF88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73B0BC5-F6BD-C645-8BDE-08895CCFC01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86AA5E4-43D3-624E-80F6-7E9EB1AD5CE0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5D06D23-DF1C-9948-9658-9CB4EF4C3E68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DCA057B7-D044-0740-9790-21D408120291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42AE5FF3-7C0F-8F40-B0FE-ED9E7534F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99FE9DA-091F-3241-B6E6-BE6DEADC2879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5160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21E8B7C2-3D08-FF46-B7DA-29A7DBF99B4B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2A039A0-752F-7941-8751-951E4D70FAA7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5B5B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C696A51-B607-EE4C-8EAC-CE410EB96DCA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A463106-A149-F344-846F-5D3C8F895CC1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84646FD-4AD2-8041-BDCD-4F15C1700F66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72A27DA-A29D-3041-82EB-6DFEAECC6047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53EC4D3-CFE3-514B-8366-113FF44C7EA0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F1E85CD-0F2F-214E-AAC3-0B54746A33E7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49B45AF-3F2C-4441-95F0-A57FE30F372F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787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245E88F5-461C-B444-86BF-26069931B551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4E54C84-7BCC-9741-8DEC-BF7B7D297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B40B56-9A03-4D45-9001-AFB82023A3B5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069D655-0034-6644-9435-7F83B0B6AEA7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8396F7F-2635-6645-B394-58DA9CE6185C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6944299-6FF0-2E42-A449-6A285F570920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2ADDA13-8E46-F242-A0E4-BBE0AC6C680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AB069E2-65C5-1D4B-8E7D-B3CFB6E6D71D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E38ED8F-6749-B84A-8C9C-C40A84717E5E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980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C1829F5-E813-014A-91B6-5905122BF5F5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5B5B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F4F47E8-0B22-164A-AB89-8F5F3D94E8BB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9B48888-9927-9A4F-84EF-F90B8506DA0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148A6B1-2B11-6C45-B698-942094BEF1E0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F7BD98C-B630-7449-80C8-AC2BE47A0D5D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84635BA-1B80-6D46-B414-05762970E34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C80CBD7-5AB0-704E-BD0C-E2E30F8D2D55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675AF1C-0978-B844-AD06-43F283D92D7B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0086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3FACD85-5ABA-6F4C-AA07-79596C5F2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28D8A48-E873-274D-857F-CFACA1912FF0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9BD30A3-D37D-6D43-ACC6-8A47514F77A8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0413027-E9CE-0C45-9072-EAB54161DC44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0C31FD4-5BAA-5B4E-822A-2DE44572797F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00FF8BE-D6A2-4A44-A4E9-177DD4D6D843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7587291-AFEE-3741-81A4-DF55898929D5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28B5558-D069-9145-9A74-C141791432BC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037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241DDB1-5601-BE4B-9512-CBC8913FF5DC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5B5B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739907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6607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3927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FPT SOFTWARE – SLIDE MASTER</a:t>
            </a:r>
          </a:p>
        </p:txBody>
      </p:sp>
    </p:spTree>
    <p:extLst>
      <p:ext uri="{BB962C8B-B14F-4D97-AF65-F5344CB8AC3E}">
        <p14:creationId xmlns:p14="http://schemas.microsoft.com/office/powerpoint/2010/main" val="2455494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91" r:id="rId2"/>
    <p:sldLayoutId id="2147483653" r:id="rId3"/>
    <p:sldLayoutId id="2147483695" r:id="rId4"/>
    <p:sldLayoutId id="2147483693" r:id="rId5"/>
    <p:sldLayoutId id="2147483694" r:id="rId6"/>
    <p:sldLayoutId id="2147483663" r:id="rId7"/>
    <p:sldLayoutId id="2147483692" r:id="rId8"/>
    <p:sldLayoutId id="2147483662" r:id="rId9"/>
    <p:sldLayoutId id="2147483667" r:id="rId10"/>
    <p:sldLayoutId id="2147483659" r:id="rId11"/>
    <p:sldLayoutId id="2147483660" r:id="rId12"/>
    <p:sldLayoutId id="2147483652" r:id="rId13"/>
    <p:sldLayoutId id="2147483665" r:id="rId14"/>
    <p:sldLayoutId id="2147483696" r:id="rId15"/>
    <p:sldLayoutId id="2147483658" r:id="rId16"/>
    <p:sldLayoutId id="2147483657" r:id="rId17"/>
    <p:sldLayoutId id="2147483664" r:id="rId18"/>
    <p:sldLayoutId id="2147483666" r:id="rId19"/>
    <p:sldLayoutId id="2147483661" r:id="rId20"/>
    <p:sldLayoutId id="2147483656" r:id="rId21"/>
    <p:sldLayoutId id="2147483651" r:id="rId22"/>
    <p:sldLayoutId id="2147483655" r:id="rId23"/>
    <p:sldLayoutId id="2147483649" r:id="rId24"/>
    <p:sldLayoutId id="2147483668" r:id="rId25"/>
    <p:sldLayoutId id="2147483669" r:id="rId26"/>
    <p:sldLayoutId id="2147483670" r:id="rId27"/>
    <p:sldLayoutId id="2147483671" r:id="rId28"/>
    <p:sldLayoutId id="2147483672" r:id="rId29"/>
    <p:sldLayoutId id="2147483688" r:id="rId30"/>
    <p:sldLayoutId id="2147483687" r:id="rId31"/>
    <p:sldLayoutId id="2147483689" r:id="rId32"/>
    <p:sldLayoutId id="2147483690" r:id="rId3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BR Omega V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0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hyperlink" Target="https://drive.google.com/file/d/14ZBP7hk_QAH4epzbHODJ2L-xIJqA0fJv/view?usp=sharing" TargetMode="External"/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18" Type="http://schemas.openxmlformats.org/officeDocument/2006/relationships/image" Target="../media/image88.png"/><Relationship Id="rId3" Type="http://schemas.openxmlformats.org/officeDocument/2006/relationships/image" Target="../media/image73.png"/><Relationship Id="rId21" Type="http://schemas.openxmlformats.org/officeDocument/2006/relationships/image" Target="../media/image91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5" Type="http://schemas.openxmlformats.org/officeDocument/2006/relationships/image" Target="../media/image95.png"/><Relationship Id="rId2" Type="http://schemas.openxmlformats.org/officeDocument/2006/relationships/image" Target="../media/image72.png"/><Relationship Id="rId16" Type="http://schemas.openxmlformats.org/officeDocument/2006/relationships/image" Target="../media/image86.png"/><Relationship Id="rId20" Type="http://schemas.openxmlformats.org/officeDocument/2006/relationships/image" Target="../media/image9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24" Type="http://schemas.openxmlformats.org/officeDocument/2006/relationships/image" Target="../media/image94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23" Type="http://schemas.openxmlformats.org/officeDocument/2006/relationships/image" Target="../media/image93.png"/><Relationship Id="rId10" Type="http://schemas.openxmlformats.org/officeDocument/2006/relationships/image" Target="../media/image80.png"/><Relationship Id="rId19" Type="http://schemas.openxmlformats.org/officeDocument/2006/relationships/image" Target="../media/image89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Relationship Id="rId22" Type="http://schemas.openxmlformats.org/officeDocument/2006/relationships/image" Target="../media/image9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31.png"/><Relationship Id="rId18" Type="http://schemas.openxmlformats.org/officeDocument/2006/relationships/image" Target="../media/image108.png"/><Relationship Id="rId3" Type="http://schemas.openxmlformats.org/officeDocument/2006/relationships/image" Target="../media/image97.png"/><Relationship Id="rId21" Type="http://schemas.openxmlformats.org/officeDocument/2006/relationships/image" Target="../media/image111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17" Type="http://schemas.openxmlformats.org/officeDocument/2006/relationships/image" Target="../media/image36.png"/><Relationship Id="rId25" Type="http://schemas.openxmlformats.org/officeDocument/2006/relationships/image" Target="../media/image115.png"/><Relationship Id="rId2" Type="http://schemas.openxmlformats.org/officeDocument/2006/relationships/image" Target="../media/image96.png"/><Relationship Id="rId16" Type="http://schemas.openxmlformats.org/officeDocument/2006/relationships/image" Target="../media/image35.png"/><Relationship Id="rId20" Type="http://schemas.openxmlformats.org/officeDocument/2006/relationships/image" Target="../media/image11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24" Type="http://schemas.openxmlformats.org/officeDocument/2006/relationships/image" Target="../media/image114.png"/><Relationship Id="rId5" Type="http://schemas.openxmlformats.org/officeDocument/2006/relationships/image" Target="../media/image99.png"/><Relationship Id="rId15" Type="http://schemas.openxmlformats.org/officeDocument/2006/relationships/image" Target="../media/image34.png"/><Relationship Id="rId23" Type="http://schemas.openxmlformats.org/officeDocument/2006/relationships/image" Target="../media/image113.png"/><Relationship Id="rId10" Type="http://schemas.openxmlformats.org/officeDocument/2006/relationships/image" Target="../media/image104.png"/><Relationship Id="rId19" Type="http://schemas.openxmlformats.org/officeDocument/2006/relationships/image" Target="../media/image109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Relationship Id="rId14" Type="http://schemas.openxmlformats.org/officeDocument/2006/relationships/image" Target="../media/image107.png"/><Relationship Id="rId22" Type="http://schemas.openxmlformats.org/officeDocument/2006/relationships/image" Target="../media/image11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18" Type="http://schemas.openxmlformats.org/officeDocument/2006/relationships/image" Target="../media/image132.png"/><Relationship Id="rId3" Type="http://schemas.openxmlformats.org/officeDocument/2006/relationships/image" Target="../media/image117.png"/><Relationship Id="rId21" Type="http://schemas.openxmlformats.org/officeDocument/2006/relationships/image" Target="../media/image135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17" Type="http://schemas.openxmlformats.org/officeDocument/2006/relationships/image" Target="../media/image131.png"/><Relationship Id="rId25" Type="http://schemas.openxmlformats.org/officeDocument/2006/relationships/image" Target="../media/image139.png"/><Relationship Id="rId2" Type="http://schemas.openxmlformats.org/officeDocument/2006/relationships/image" Target="../media/image116.png"/><Relationship Id="rId16" Type="http://schemas.openxmlformats.org/officeDocument/2006/relationships/image" Target="../media/image130.png"/><Relationship Id="rId20" Type="http://schemas.openxmlformats.org/officeDocument/2006/relationships/image" Target="../media/image134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24" Type="http://schemas.openxmlformats.org/officeDocument/2006/relationships/image" Target="../media/image138.png"/><Relationship Id="rId5" Type="http://schemas.openxmlformats.org/officeDocument/2006/relationships/image" Target="../media/image119.png"/><Relationship Id="rId15" Type="http://schemas.openxmlformats.org/officeDocument/2006/relationships/image" Target="../media/image129.png"/><Relationship Id="rId23" Type="http://schemas.openxmlformats.org/officeDocument/2006/relationships/image" Target="../media/image137.png"/><Relationship Id="rId10" Type="http://schemas.openxmlformats.org/officeDocument/2006/relationships/image" Target="../media/image124.png"/><Relationship Id="rId19" Type="http://schemas.openxmlformats.org/officeDocument/2006/relationships/image" Target="../media/image133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Relationship Id="rId22" Type="http://schemas.openxmlformats.org/officeDocument/2006/relationships/image" Target="../media/image13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13" Type="http://schemas.openxmlformats.org/officeDocument/2006/relationships/image" Target="../media/image22.png"/><Relationship Id="rId18" Type="http://schemas.openxmlformats.org/officeDocument/2006/relationships/image" Target="../media/image23.png"/><Relationship Id="rId3" Type="http://schemas.openxmlformats.org/officeDocument/2006/relationships/image" Target="../media/image141.png"/><Relationship Id="rId21" Type="http://schemas.openxmlformats.org/officeDocument/2006/relationships/image" Target="../media/image24.png"/><Relationship Id="rId7" Type="http://schemas.openxmlformats.org/officeDocument/2006/relationships/image" Target="../media/image145.png"/><Relationship Id="rId12" Type="http://schemas.openxmlformats.org/officeDocument/2006/relationships/image" Target="../media/image150.png"/><Relationship Id="rId17" Type="http://schemas.openxmlformats.org/officeDocument/2006/relationships/image" Target="../media/image154.png"/><Relationship Id="rId25" Type="http://schemas.openxmlformats.org/officeDocument/2006/relationships/image" Target="../media/image159.png"/><Relationship Id="rId2" Type="http://schemas.openxmlformats.org/officeDocument/2006/relationships/image" Target="../media/image140.png"/><Relationship Id="rId16" Type="http://schemas.openxmlformats.org/officeDocument/2006/relationships/image" Target="../media/image153.png"/><Relationship Id="rId20" Type="http://schemas.openxmlformats.org/officeDocument/2006/relationships/image" Target="../media/image156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44.png"/><Relationship Id="rId11" Type="http://schemas.openxmlformats.org/officeDocument/2006/relationships/image" Target="../media/image149.png"/><Relationship Id="rId24" Type="http://schemas.openxmlformats.org/officeDocument/2006/relationships/image" Target="../media/image25.png"/><Relationship Id="rId5" Type="http://schemas.openxmlformats.org/officeDocument/2006/relationships/image" Target="../media/image143.png"/><Relationship Id="rId15" Type="http://schemas.openxmlformats.org/officeDocument/2006/relationships/image" Target="../media/image152.png"/><Relationship Id="rId23" Type="http://schemas.openxmlformats.org/officeDocument/2006/relationships/image" Target="../media/image158.png"/><Relationship Id="rId10" Type="http://schemas.openxmlformats.org/officeDocument/2006/relationships/image" Target="../media/image148.png"/><Relationship Id="rId19" Type="http://schemas.openxmlformats.org/officeDocument/2006/relationships/image" Target="../media/image155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Relationship Id="rId14" Type="http://schemas.openxmlformats.org/officeDocument/2006/relationships/image" Target="../media/image151.png"/><Relationship Id="rId22" Type="http://schemas.openxmlformats.org/officeDocument/2006/relationships/image" Target="../media/image15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41790"/>
              </p:ext>
            </p:extLst>
          </p:nvPr>
        </p:nvGraphicFramePr>
        <p:xfrm>
          <a:off x="353966" y="88944"/>
          <a:ext cx="11245641" cy="66806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172">
                  <a:extLst>
                    <a:ext uri="{9D8B030D-6E8A-4147-A177-3AD203B41FA5}">
                      <a16:colId xmlns:a16="http://schemas.microsoft.com/office/drawing/2014/main" val="2236858565"/>
                    </a:ext>
                  </a:extLst>
                </a:gridCol>
                <a:gridCol w="776415">
                  <a:extLst>
                    <a:ext uri="{9D8B030D-6E8A-4147-A177-3AD203B41FA5}">
                      <a16:colId xmlns:a16="http://schemas.microsoft.com/office/drawing/2014/main" val="898197656"/>
                    </a:ext>
                  </a:extLst>
                </a:gridCol>
                <a:gridCol w="776415">
                  <a:extLst>
                    <a:ext uri="{9D8B030D-6E8A-4147-A177-3AD203B41FA5}">
                      <a16:colId xmlns:a16="http://schemas.microsoft.com/office/drawing/2014/main" val="1894559395"/>
                    </a:ext>
                  </a:extLst>
                </a:gridCol>
                <a:gridCol w="776415">
                  <a:extLst>
                    <a:ext uri="{9D8B030D-6E8A-4147-A177-3AD203B41FA5}">
                      <a16:colId xmlns:a16="http://schemas.microsoft.com/office/drawing/2014/main" val="2026346761"/>
                    </a:ext>
                  </a:extLst>
                </a:gridCol>
                <a:gridCol w="776415">
                  <a:extLst>
                    <a:ext uri="{9D8B030D-6E8A-4147-A177-3AD203B41FA5}">
                      <a16:colId xmlns:a16="http://schemas.microsoft.com/office/drawing/2014/main" val="3160701833"/>
                    </a:ext>
                  </a:extLst>
                </a:gridCol>
                <a:gridCol w="776415">
                  <a:extLst>
                    <a:ext uri="{9D8B030D-6E8A-4147-A177-3AD203B41FA5}">
                      <a16:colId xmlns:a16="http://schemas.microsoft.com/office/drawing/2014/main" val="3249905941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1319160394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1926408139"/>
                    </a:ext>
                  </a:extLst>
                </a:gridCol>
                <a:gridCol w="726893">
                  <a:extLst>
                    <a:ext uri="{9D8B030D-6E8A-4147-A177-3AD203B41FA5}">
                      <a16:colId xmlns:a16="http://schemas.microsoft.com/office/drawing/2014/main" val="319335546"/>
                    </a:ext>
                  </a:extLst>
                </a:gridCol>
                <a:gridCol w="776415">
                  <a:extLst>
                    <a:ext uri="{9D8B030D-6E8A-4147-A177-3AD203B41FA5}">
                      <a16:colId xmlns:a16="http://schemas.microsoft.com/office/drawing/2014/main" val="54403237"/>
                    </a:ext>
                  </a:extLst>
                </a:gridCol>
                <a:gridCol w="776415">
                  <a:extLst>
                    <a:ext uri="{9D8B030D-6E8A-4147-A177-3AD203B41FA5}">
                      <a16:colId xmlns:a16="http://schemas.microsoft.com/office/drawing/2014/main" val="2369332732"/>
                    </a:ext>
                  </a:extLst>
                </a:gridCol>
                <a:gridCol w="776415">
                  <a:extLst>
                    <a:ext uri="{9D8B030D-6E8A-4147-A177-3AD203B41FA5}">
                      <a16:colId xmlns:a16="http://schemas.microsoft.com/office/drawing/2014/main" val="2078853654"/>
                    </a:ext>
                  </a:extLst>
                </a:gridCol>
                <a:gridCol w="726893">
                  <a:extLst>
                    <a:ext uri="{9D8B030D-6E8A-4147-A177-3AD203B41FA5}">
                      <a16:colId xmlns:a16="http://schemas.microsoft.com/office/drawing/2014/main" val="1758476837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992837600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1721889804"/>
                    </a:ext>
                  </a:extLst>
                </a:gridCol>
                <a:gridCol w="776415">
                  <a:extLst>
                    <a:ext uri="{9D8B030D-6E8A-4147-A177-3AD203B41FA5}">
                      <a16:colId xmlns:a16="http://schemas.microsoft.com/office/drawing/2014/main" val="1010971157"/>
                    </a:ext>
                  </a:extLst>
                </a:gridCol>
                <a:gridCol w="776415">
                  <a:extLst>
                    <a:ext uri="{9D8B030D-6E8A-4147-A177-3AD203B41FA5}">
                      <a16:colId xmlns:a16="http://schemas.microsoft.com/office/drawing/2014/main" val="3586593168"/>
                    </a:ext>
                  </a:extLst>
                </a:gridCol>
                <a:gridCol w="821208">
                  <a:extLst>
                    <a:ext uri="{9D8B030D-6E8A-4147-A177-3AD203B41FA5}">
                      <a16:colId xmlns:a16="http://schemas.microsoft.com/office/drawing/2014/main" val="1269948348"/>
                    </a:ext>
                  </a:extLst>
                </a:gridCol>
                <a:gridCol w="686829">
                  <a:extLst>
                    <a:ext uri="{9D8B030D-6E8A-4147-A177-3AD203B41FA5}">
                      <a16:colId xmlns:a16="http://schemas.microsoft.com/office/drawing/2014/main" val="449444299"/>
                    </a:ext>
                  </a:extLst>
                </a:gridCol>
                <a:gridCol w="238896">
                  <a:extLst>
                    <a:ext uri="{9D8B030D-6E8A-4147-A177-3AD203B41FA5}">
                      <a16:colId xmlns:a16="http://schemas.microsoft.com/office/drawing/2014/main" val="2171026233"/>
                    </a:ext>
                  </a:extLst>
                </a:gridCol>
              </a:tblGrid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279829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501500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279829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075969"/>
                  </a:ext>
                </a:extLst>
              </a:tr>
              <a:tr h="14601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1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306379"/>
                  </a:ext>
                </a:extLst>
              </a:tr>
              <a:tr h="14601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1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021982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96913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361467"/>
                  </a:ext>
                </a:extLst>
              </a:tr>
              <a:tr h="14601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1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5" gridSpan="7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684601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7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05379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7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7219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873409"/>
                  </a:ext>
                </a:extLst>
              </a:tr>
              <a:tr h="206870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7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121866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209872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258095"/>
                  </a:ext>
                </a:extLst>
              </a:tr>
              <a:tr h="186181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337559"/>
                  </a:ext>
                </a:extLst>
              </a:tr>
              <a:tr h="117916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764669"/>
                  </a:ext>
                </a:extLst>
              </a:tr>
              <a:tr h="759189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400" b="1" i="1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400" b="1" i="1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Template</a:t>
                      </a:r>
                    </a:p>
                    <a:p>
                      <a:pPr algn="ctr" fontAlgn="b"/>
                      <a:r>
                        <a:rPr lang="en-US" sz="28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FSOFT</a:t>
                      </a:r>
                      <a:r>
                        <a:rPr lang="en-US" sz="2800" b="1" i="0" u="none" strike="noStrike" baseline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Slide Bright</a:t>
                      </a:r>
                      <a:endParaRPr lang="en-US" sz="2800" b="1" i="1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400" b="1" i="1" u="none" strike="noStrike" dirty="0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2400" b="0" i="1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200" b="0" i="1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400" b="1" i="1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400" b="1" i="1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1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1" u="none" strike="noStrike">
                        <a:solidFill>
                          <a:srgbClr val="9933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692249"/>
                  </a:ext>
                </a:extLst>
              </a:tr>
              <a:tr h="488050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 gridSpan="18">
                  <a:txBody>
                    <a:bodyPr/>
                    <a:lstStyle/>
                    <a:p>
                      <a:pPr algn="ctr" fontAlgn="b"/>
                      <a:r>
                        <a:rPr lang="en-US" sz="3600" b="1" i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565451"/>
                  </a:ext>
                </a:extLst>
              </a:tr>
              <a:tr h="16268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744616"/>
                  </a:ext>
                </a:extLst>
              </a:tr>
              <a:tr h="390981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16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75775"/>
                  </a:ext>
                </a:extLst>
              </a:tr>
              <a:tr h="341698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 Code</a:t>
                      </a:r>
                      <a:endParaRPr 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32e-BM/MAS/HDCV/FSOFT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999009"/>
                  </a:ext>
                </a:extLst>
              </a:tr>
              <a:tr h="307731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</a:t>
                      </a:r>
                      <a:endParaRPr 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686132"/>
                  </a:ext>
                </a:extLst>
              </a:tr>
              <a:tr h="360485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Effective Date</a:t>
                      </a:r>
                      <a:endParaRPr 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r>
                        <a:rPr lang="en-US" sz="1200" b="1" i="0" u="none" strike="noStrike" baseline="300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</a:t>
                      </a:r>
                      <a:r>
                        <a:rPr lang="en-US" sz="1200" b="1" i="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Aug 2025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26268"/>
                  </a:ext>
                </a:extLst>
              </a:tr>
              <a:tr h="16268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8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092852"/>
                  </a:ext>
                </a:extLst>
              </a:tr>
              <a:tr h="16268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17426"/>
                  </a:ext>
                </a:extLst>
              </a:tr>
              <a:tr h="16268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016991"/>
                  </a:ext>
                </a:extLst>
              </a:tr>
              <a:tr h="16268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550554"/>
                  </a:ext>
                </a:extLst>
              </a:tr>
              <a:tr h="16268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104346"/>
                  </a:ext>
                </a:extLst>
              </a:tr>
              <a:tr h="16268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233946"/>
                  </a:ext>
                </a:extLst>
              </a:tr>
              <a:tr h="16268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87654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758379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117882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510604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163468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316722"/>
                  </a:ext>
                </a:extLst>
              </a:tr>
              <a:tr h="107570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228828"/>
                  </a:ext>
                </a:extLst>
              </a:tr>
              <a:tr h="103434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>
                          <a:effectLst/>
                        </a:rPr>
                        <a:t> </a:t>
                      </a:r>
                      <a:endParaRPr lang="en-US" sz="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u="none" strike="noStrike" dirty="0">
                          <a:effectLst/>
                        </a:rPr>
                        <a:t> </a:t>
                      </a:r>
                      <a:endParaRPr lang="en-US" sz="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448934"/>
                  </a:ext>
                </a:extLst>
              </a:tr>
            </a:tbl>
          </a:graphicData>
        </a:graphic>
      </p:graphicFrame>
      <p:pic>
        <p:nvPicPr>
          <p:cNvPr id="8" name="Picture 7" descr="C:\Users\trangptt11.FSOFT.FPT.VN\Downloads\Fsoftlogo-0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466" y="159283"/>
            <a:ext cx="2291655" cy="1210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8162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B93C2B-CA9C-23AE-00CE-C1564D8B2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805327"/>
              </p:ext>
            </p:extLst>
          </p:nvPr>
        </p:nvGraphicFramePr>
        <p:xfrm>
          <a:off x="389355" y="442457"/>
          <a:ext cx="11370027" cy="44989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3876">
                  <a:extLst>
                    <a:ext uri="{9D8B030D-6E8A-4147-A177-3AD203B41FA5}">
                      <a16:colId xmlns:a16="http://schemas.microsoft.com/office/drawing/2014/main" val="4237591142"/>
                    </a:ext>
                  </a:extLst>
                </a:gridCol>
                <a:gridCol w="1552222">
                  <a:extLst>
                    <a:ext uri="{9D8B030D-6E8A-4147-A177-3AD203B41FA5}">
                      <a16:colId xmlns:a16="http://schemas.microsoft.com/office/drawing/2014/main" val="1926035370"/>
                    </a:ext>
                  </a:extLst>
                </a:gridCol>
                <a:gridCol w="970139">
                  <a:extLst>
                    <a:ext uri="{9D8B030D-6E8A-4147-A177-3AD203B41FA5}">
                      <a16:colId xmlns:a16="http://schemas.microsoft.com/office/drawing/2014/main" val="1014065635"/>
                    </a:ext>
                  </a:extLst>
                </a:gridCol>
                <a:gridCol w="2774418">
                  <a:extLst>
                    <a:ext uri="{9D8B030D-6E8A-4147-A177-3AD203B41FA5}">
                      <a16:colId xmlns:a16="http://schemas.microsoft.com/office/drawing/2014/main" val="946925643"/>
                    </a:ext>
                  </a:extLst>
                </a:gridCol>
                <a:gridCol w="2519359">
                  <a:extLst>
                    <a:ext uri="{9D8B030D-6E8A-4147-A177-3AD203B41FA5}">
                      <a16:colId xmlns:a16="http://schemas.microsoft.com/office/drawing/2014/main" val="3095928194"/>
                    </a:ext>
                  </a:extLst>
                </a:gridCol>
                <a:gridCol w="1361374">
                  <a:extLst>
                    <a:ext uri="{9D8B030D-6E8A-4147-A177-3AD203B41FA5}">
                      <a16:colId xmlns:a16="http://schemas.microsoft.com/office/drawing/2014/main" val="2654595980"/>
                    </a:ext>
                  </a:extLst>
                </a:gridCol>
                <a:gridCol w="1668639">
                  <a:extLst>
                    <a:ext uri="{9D8B030D-6E8A-4147-A177-3AD203B41FA5}">
                      <a16:colId xmlns:a16="http://schemas.microsoft.com/office/drawing/2014/main" val="3777438377"/>
                    </a:ext>
                  </a:extLst>
                </a:gridCol>
              </a:tblGrid>
              <a:tr h="35443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778593"/>
                  </a:ext>
                </a:extLst>
              </a:tr>
              <a:tr h="36861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II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RECORD OF CHANGE</a:t>
                      </a:r>
                      <a:endParaRPr lang="en-US" sz="1400" b="1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735348"/>
                  </a:ext>
                </a:extLst>
              </a:tr>
              <a:tr h="18544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91229"/>
                  </a:ext>
                </a:extLst>
              </a:tr>
              <a:tr h="5322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US" sz="14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Effective Date</a:t>
                      </a:r>
                      <a:endParaRPr lang="en-US" sz="14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</a:t>
                      </a:r>
                      <a:endParaRPr lang="en-US" sz="14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Change Description</a:t>
                      </a:r>
                      <a:endParaRPr lang="en-US" sz="1400" b="1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Reason</a:t>
                      </a:r>
                      <a:endParaRPr lang="en-US" sz="14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Reviewer</a:t>
                      </a:r>
                      <a:endParaRPr lang="en-US" sz="1400" b="1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Approver</a:t>
                      </a:r>
                      <a:endParaRPr lang="en-US" sz="1400" b="1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296265"/>
                  </a:ext>
                </a:extLst>
              </a:tr>
              <a:tr h="96700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15-Dec-2021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Create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New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To the request of the BOD, the purpose is enhance the brand image of FPT Software, and the security system and regulations of the new commercial brand of FPT Software</a:t>
                      </a:r>
                      <a:endParaRPr lang="vi-V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550587"/>
                  </a:ext>
                </a:extLst>
              </a:tr>
              <a:tr h="10437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0" i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03-Apr-2023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Update more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slide for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EVP project: 5, 6, 12, 13, 16, 17, 20, 21, 24, 27, 28, 29, 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To the request of the BOD, the purpose is enhance the brand image of FPT Software, and the security system and regulations of the new commercial brand of FPT Software</a:t>
                      </a:r>
                      <a:endParaRPr lang="vi-V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354144"/>
                  </a:ext>
                </a:extLst>
              </a:tr>
              <a:tr h="1043709">
                <a:tc>
                  <a:txBody>
                    <a:bodyPr/>
                    <a:lstStyle/>
                    <a:p>
                      <a:pPr algn="ctr" fontAlgn="t"/>
                      <a:r>
                        <a:rPr lang="vi-VN" sz="1400" b="0" i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4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r>
                        <a:rPr lang="vi-V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-Aug-2025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vi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vi-V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Update Global map in slide 42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To the request of </a:t>
                      </a: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QMS, the purpose is standardizing </a:t>
                      </a:r>
                      <a:r>
                        <a:rPr lang="en-US" sz="11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Vietnam </a:t>
                      </a: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map image</a:t>
                      </a:r>
                      <a:endParaRPr lang="vi-VN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vi-V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ThaoNTT32 </a:t>
                      </a:r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vi-V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QuynhHN </a:t>
                      </a:r>
                      <a:endParaRPr lang="vi-V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412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E1A5DB4-65CD-50AE-D6C1-31954E258B92}"/>
              </a:ext>
            </a:extLst>
          </p:cNvPr>
          <p:cNvSpPr txBox="1"/>
          <p:nvPr/>
        </p:nvSpPr>
        <p:spPr>
          <a:xfrm>
            <a:off x="818536" y="5737754"/>
            <a:ext cx="88958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*Note: This 2 page only record doc information, not use</a:t>
            </a:r>
            <a:endParaRPr lang="en-US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625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463386-0B75-CC46-AAFD-693470F2816B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C95BAD-1051-D14A-A2ED-67EE951937C7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DA5FEF-EAF7-7645-B0BE-475CDFB8EFB1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7C41C3-37CF-D048-AE7D-FFF9DCC8F03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2F4A51A-9780-A043-9191-080CE4D0878B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83E1FE3-E4C8-2241-9200-CEC360C515C4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87600C-AC5D-0F48-84F3-929CFB857597}"/>
              </a:ext>
            </a:extLst>
          </p:cNvPr>
          <p:cNvSpPr txBox="1"/>
          <p:nvPr/>
        </p:nvSpPr>
        <p:spPr>
          <a:xfrm>
            <a:off x="652402" y="2710163"/>
            <a:ext cx="110773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-100" normalizeH="0" baseline="0" noProof="0" dirty="0">
                <a:ln>
                  <a:noFill/>
                </a:ln>
                <a:solidFill>
                  <a:srgbClr val="19226D"/>
                </a:solidFill>
                <a:effectLst/>
                <a:uLnTx/>
                <a:uFillTx/>
                <a:latin typeface="BR Omega VN" pitchFamily="2" charset="77"/>
                <a:ea typeface="Meiryo" panose="020B0604030504040204" pitchFamily="34" charset="-128"/>
                <a:cs typeface="Arial" panose="020B0604020202020204" pitchFamily="34" charset="0"/>
              </a:rPr>
              <a:t>PRESENTATION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E38518-B08F-E24B-BAE9-166DD1CBF01D}"/>
              </a:ext>
            </a:extLst>
          </p:cNvPr>
          <p:cNvSpPr txBox="1"/>
          <p:nvPr/>
        </p:nvSpPr>
        <p:spPr>
          <a:xfrm>
            <a:off x="714046" y="3668625"/>
            <a:ext cx="4441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F37121"/>
                </a:solidFill>
                <a:latin typeface="BR Omega VN" pitchFamily="2" charset="77"/>
                <a:ea typeface="Meiryo" panose="020B0604030504040204" pitchFamily="34" charset="-128"/>
                <a:cs typeface="Segoe UI" panose="020B0502040204020203" pitchFamily="34" charset="0"/>
              </a:rPr>
              <a:t>TEMPLATE</a:t>
            </a:r>
            <a:endParaRPr kumimoji="0" lang="en-US" sz="2800" b="1" u="none" strike="noStrike" kern="1200" cap="none" spc="0" normalizeH="0" baseline="0" noProof="0" dirty="0">
              <a:ln>
                <a:noFill/>
              </a:ln>
              <a:solidFill>
                <a:srgbClr val="F37121"/>
              </a:solidFill>
              <a:effectLst/>
              <a:uLnTx/>
              <a:uFillTx/>
              <a:latin typeface="BR Omega VN" pitchFamily="2" charset="77"/>
              <a:ea typeface="Meiryo" panose="020B0604030504040204" pitchFamily="34" charset="-128"/>
              <a:cs typeface="Segoe UI" panose="020B0502040204020203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D3B4CA9-11B2-8F4E-8CBE-2036204A6C22}"/>
              </a:ext>
            </a:extLst>
          </p:cNvPr>
          <p:cNvGrpSpPr/>
          <p:nvPr/>
        </p:nvGrpSpPr>
        <p:grpSpPr>
          <a:xfrm>
            <a:off x="641464" y="5877655"/>
            <a:ext cx="2047305" cy="400110"/>
            <a:chOff x="5109018" y="3683000"/>
            <a:chExt cx="2047305" cy="400110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A3CEA531-4D84-CF4C-970E-E43526C6A0E7}"/>
                </a:ext>
              </a:extLst>
            </p:cNvPr>
            <p:cNvSpPr/>
            <p:nvPr/>
          </p:nvSpPr>
          <p:spPr>
            <a:xfrm>
              <a:off x="5181600" y="3683000"/>
              <a:ext cx="1918748" cy="400110"/>
            </a:xfrm>
            <a:prstGeom prst="roundRect">
              <a:avLst>
                <a:gd name="adj" fmla="val 50000"/>
              </a:avLst>
            </a:prstGeom>
            <a:solidFill>
              <a:srgbClr val="F371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R Omega VN" pitchFamily="2" charset="77"/>
                <a:ea typeface="Meiryo" panose="020B0604030504040204" pitchFamily="34" charset="-12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88C5204-60B0-C340-B0E1-BB7C810F8AA9}"/>
                </a:ext>
              </a:extLst>
            </p:cNvPr>
            <p:cNvSpPr txBox="1"/>
            <p:nvPr/>
          </p:nvSpPr>
          <p:spPr>
            <a:xfrm>
              <a:off x="5109018" y="3717426"/>
              <a:ext cx="20473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  <a:ea typeface="Meiryo" panose="020B0604030504040204" pitchFamily="34" charset="-128"/>
                  <a:cs typeface="Segoe UI" panose="020B0502040204020203" pitchFamily="34" charset="0"/>
                </a:rPr>
                <a:t>April 3</a:t>
              </a:r>
              <a:r>
                <a:rPr kumimoji="0" lang="en-US" sz="1600" u="none" strike="noStrike" kern="1200" cap="none" spc="0" normalizeH="0" baseline="30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  <a:ea typeface="Meiryo" panose="020B0604030504040204" pitchFamily="34" charset="-128"/>
                  <a:cs typeface="Segoe UI" panose="020B0502040204020203" pitchFamily="34" charset="0"/>
                </a:rPr>
                <a:t>rd</a:t>
              </a:r>
              <a:r>
                <a:rPr kumimoji="0" lang="en-US" sz="16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  <a:ea typeface="Meiryo" panose="020B0604030504040204" pitchFamily="34" charset="-128"/>
                  <a:cs typeface="Segoe UI" panose="020B0502040204020203" pitchFamily="34" charset="0"/>
                </a:rPr>
                <a:t> 2023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989B2E-3B70-5C4D-85CA-E8492CF8B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3</a:t>
            </a:fld>
            <a:endParaRPr lang="x-none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E233492-2ADD-BB45-AFC5-90F2515BA3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6787" b="26203"/>
          <a:stretch/>
        </p:blipFill>
        <p:spPr>
          <a:xfrm>
            <a:off x="180875" y="1618804"/>
            <a:ext cx="294203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46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6276 1.85185E-6 L -2.29167E-6 1.85185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1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463386-0B75-CC46-AAFD-693470F2816B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C95BAD-1051-D14A-A2ED-67EE951937C7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DA5FEF-EAF7-7645-B0BE-475CDFB8EFB1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7C41C3-37CF-D048-AE7D-FFF9DCC8F03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2F4A51A-9780-A043-9191-080CE4D0878B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83E1FE3-E4C8-2241-9200-CEC360C515C4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87600C-AC5D-0F48-84F3-929CFB857597}"/>
              </a:ext>
            </a:extLst>
          </p:cNvPr>
          <p:cNvSpPr txBox="1"/>
          <p:nvPr/>
        </p:nvSpPr>
        <p:spPr>
          <a:xfrm>
            <a:off x="652402" y="2591876"/>
            <a:ext cx="110773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-100" normalizeH="0" baseline="0" noProof="0" dirty="0">
                <a:ln>
                  <a:noFill/>
                </a:ln>
                <a:solidFill>
                  <a:srgbClr val="F37121"/>
                </a:solidFill>
                <a:effectLst/>
                <a:uLnTx/>
                <a:uFillTx/>
                <a:latin typeface="BR Omega VN" pitchFamily="2" charset="77"/>
                <a:cs typeface="Arial" panose="020B0604020202020204" pitchFamily="34" charset="0"/>
              </a:rPr>
              <a:t>PRESENTATION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E38518-B08F-E24B-BAE9-166DD1CBF01D}"/>
              </a:ext>
            </a:extLst>
          </p:cNvPr>
          <p:cNvSpPr txBox="1"/>
          <p:nvPr/>
        </p:nvSpPr>
        <p:spPr>
          <a:xfrm>
            <a:off x="714046" y="3677007"/>
            <a:ext cx="444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TEMPLATE</a:t>
            </a:r>
            <a:endParaRPr kumimoji="0" lang="en-US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D3B4CA9-11B2-8F4E-8CBE-2036204A6C22}"/>
              </a:ext>
            </a:extLst>
          </p:cNvPr>
          <p:cNvGrpSpPr/>
          <p:nvPr/>
        </p:nvGrpSpPr>
        <p:grpSpPr>
          <a:xfrm>
            <a:off x="510887" y="5861752"/>
            <a:ext cx="2452929" cy="482600"/>
            <a:chOff x="5040085" y="3683000"/>
            <a:chExt cx="2452929" cy="482600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A3CEA531-4D84-CF4C-970E-E43526C6A0E7}"/>
                </a:ext>
              </a:extLst>
            </p:cNvPr>
            <p:cNvSpPr/>
            <p:nvPr/>
          </p:nvSpPr>
          <p:spPr>
            <a:xfrm>
              <a:off x="5181600" y="3683000"/>
              <a:ext cx="2169900" cy="482600"/>
            </a:xfrm>
            <a:prstGeom prst="roundRect">
              <a:avLst>
                <a:gd name="adj" fmla="val 50000"/>
              </a:avLst>
            </a:prstGeom>
            <a:solidFill>
              <a:srgbClr val="01DDEC">
                <a:alpha val="20000"/>
              </a:srgbClr>
            </a:solidFill>
            <a:ln>
              <a:solidFill>
                <a:srgbClr val="01DD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88C5204-60B0-C340-B0E1-BB7C810F8AA9}"/>
                </a:ext>
              </a:extLst>
            </p:cNvPr>
            <p:cNvSpPr txBox="1"/>
            <p:nvPr/>
          </p:nvSpPr>
          <p:spPr>
            <a:xfrm>
              <a:off x="5040085" y="3767857"/>
              <a:ext cx="24529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  <a:ea typeface="Meiryo" panose="020B0604030504040204" pitchFamily="34" charset="-128"/>
                  <a:cs typeface="Segoe UI" panose="020B0502040204020203" pitchFamily="34" charset="0"/>
                </a:rPr>
                <a:t>April 3</a:t>
              </a:r>
              <a:r>
                <a:rPr kumimoji="0" lang="en-US" sz="1600" u="none" strike="noStrike" kern="1200" cap="none" spc="0" normalizeH="0" baseline="30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  <a:ea typeface="Meiryo" panose="020B0604030504040204" pitchFamily="34" charset="-128"/>
                  <a:cs typeface="Segoe UI" panose="020B0502040204020203" pitchFamily="34" charset="0"/>
                </a:rPr>
                <a:t>rd</a:t>
              </a:r>
              <a:r>
                <a:rPr kumimoji="0" lang="en-US" sz="160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  <a:ea typeface="Meiryo" panose="020B0604030504040204" pitchFamily="34" charset="-128"/>
                  <a:cs typeface="Segoe UI" panose="020B0502040204020203" pitchFamily="34" charset="0"/>
                </a:rPr>
                <a:t> 2023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4F342CA4-705B-A848-AB3C-ECE51D9306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580483" y="1705577"/>
            <a:ext cx="2160712" cy="8242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989B2E-3B70-5C4D-85CA-E8492CF8B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6376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6276 1.85185E-6 L -2.29167E-6 1.85185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1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A369C6-84EA-5702-D56B-7018E46E4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DC7465-2C4B-2630-20E0-71532B930343}"/>
              </a:ext>
            </a:extLst>
          </p:cNvPr>
          <p:cNvSpPr txBox="1"/>
          <p:nvPr/>
        </p:nvSpPr>
        <p:spPr>
          <a:xfrm>
            <a:off x="652402" y="2591876"/>
            <a:ext cx="110773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-1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R Omega VN" pitchFamily="2" charset="77"/>
                <a:cs typeface="Arial" panose="020B0604020202020204" pitchFamily="34" charset="0"/>
              </a:rPr>
              <a:t>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110505-B891-E922-FFE8-62DE349EC58D}"/>
              </a:ext>
            </a:extLst>
          </p:cNvPr>
          <p:cNvSpPr txBox="1"/>
          <p:nvPr/>
        </p:nvSpPr>
        <p:spPr>
          <a:xfrm>
            <a:off x="714046" y="3677007"/>
            <a:ext cx="444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TEMPLATE</a:t>
            </a:r>
            <a:endParaRPr kumimoji="0" lang="en-US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5029BA-CF3D-77D9-8355-DEFFC8B46401}"/>
              </a:ext>
            </a:extLst>
          </p:cNvPr>
          <p:cNvGrpSpPr/>
          <p:nvPr/>
        </p:nvGrpSpPr>
        <p:grpSpPr>
          <a:xfrm>
            <a:off x="510887" y="5861752"/>
            <a:ext cx="2452929" cy="482600"/>
            <a:chOff x="5040085" y="3683000"/>
            <a:chExt cx="2452929" cy="48260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FB5843E4-C276-D324-ACAA-ABF99B4EC430}"/>
                </a:ext>
              </a:extLst>
            </p:cNvPr>
            <p:cNvSpPr/>
            <p:nvPr/>
          </p:nvSpPr>
          <p:spPr>
            <a:xfrm>
              <a:off x="5181600" y="3683000"/>
              <a:ext cx="2169900" cy="482600"/>
            </a:xfrm>
            <a:prstGeom prst="roundRect">
              <a:avLst>
                <a:gd name="adj" fmla="val 50000"/>
              </a:avLst>
            </a:prstGeom>
            <a:solidFill>
              <a:srgbClr val="19226D">
                <a:alpha val="76078"/>
              </a:srgbClr>
            </a:solidFill>
            <a:ln>
              <a:solidFill>
                <a:srgbClr val="1922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F714576-8D06-3ADD-7E53-D01911512324}"/>
                </a:ext>
              </a:extLst>
            </p:cNvPr>
            <p:cNvSpPr txBox="1"/>
            <p:nvPr/>
          </p:nvSpPr>
          <p:spPr>
            <a:xfrm>
              <a:off x="5040085" y="3767857"/>
              <a:ext cx="24529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R Omega VN" pitchFamily="2" charset="77"/>
                  <a:ea typeface="Meiryo" panose="020B0604030504040204" pitchFamily="34" charset="-128"/>
                  <a:cs typeface="Segoe UI" panose="020B0502040204020203" pitchFamily="34" charset="0"/>
                </a:rPr>
                <a:t>April 3</a:t>
              </a:r>
              <a:r>
                <a:rPr kumimoji="0" lang="en-US" sz="1600" u="none" strike="noStrike" kern="1200" cap="none" spc="0" normalizeH="0" baseline="3000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R Omega VN" pitchFamily="2" charset="77"/>
                  <a:ea typeface="Meiryo" panose="020B0604030504040204" pitchFamily="34" charset="-128"/>
                  <a:cs typeface="Segoe UI" panose="020B0502040204020203" pitchFamily="34" charset="0"/>
                </a:rPr>
                <a:t>rd</a:t>
              </a:r>
              <a:r>
                <a:rPr kumimoji="0" lang="en-US" sz="160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R Omega VN" pitchFamily="2" charset="77"/>
                  <a:ea typeface="Meiryo" panose="020B0604030504040204" pitchFamily="34" charset="-128"/>
                  <a:cs typeface="Segoe UI" panose="020B0502040204020203" pitchFamily="34" charset="0"/>
                </a:rPr>
                <a:t> 2023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47A973AB-029F-FDB4-4F68-C41944E10D8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580483" y="1705577"/>
            <a:ext cx="2160712" cy="824238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7D9B1DD-AF56-44B0-100D-8067C5DDFD52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0D4E2D7-9C0C-9656-E705-E4A568F56FCE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6CFAC34-A533-475E-5AEA-17934B1DF1F5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E1983C8-B704-3C90-ACF9-D2564CAC448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F28B0A2-218B-4794-D96D-2B7795469E52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E96AF22-79F0-0771-E93E-C9B918E79B37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8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6276 1.85185E-6 L -2.29167E-6 1.85185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1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A369C6-84EA-5702-D56B-7018E46E4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6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7D9B1DD-AF56-44B0-100D-8067C5DDFD52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0D4E2D7-9C0C-9656-E705-E4A568F56FCE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6CFAC34-A533-475E-5AEA-17934B1DF1F5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E1983C8-B704-3C90-ACF9-D2564CAC448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F28B0A2-218B-4794-D96D-2B7795469E52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E96AF22-79F0-0771-E93E-C9B918E79B37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660F5C-FA6E-004A-6243-6C7527AD9C08}"/>
              </a:ext>
            </a:extLst>
          </p:cNvPr>
          <p:cNvSpPr/>
          <p:nvPr/>
        </p:nvSpPr>
        <p:spPr>
          <a:xfrm>
            <a:off x="0" y="0"/>
            <a:ext cx="5211271" cy="6873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D294FB-BE13-61BD-C429-068294E2DD65}"/>
              </a:ext>
            </a:extLst>
          </p:cNvPr>
          <p:cNvSpPr txBox="1"/>
          <p:nvPr/>
        </p:nvSpPr>
        <p:spPr>
          <a:xfrm>
            <a:off x="466138" y="3013501"/>
            <a:ext cx="3680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u="none" strike="noStrike" kern="1200" cap="none" spc="0" normalizeH="0" baseline="0" noProof="0" dirty="0">
                <a:ln>
                  <a:noFill/>
                </a:ln>
                <a:solidFill>
                  <a:srgbClr val="19226D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rPr>
              <a:t>CONTENT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B0279CA-9D94-D209-4C64-EDDD1A0303FA}"/>
              </a:ext>
            </a:extLst>
          </p:cNvPr>
          <p:cNvGrpSpPr/>
          <p:nvPr/>
        </p:nvGrpSpPr>
        <p:grpSpPr>
          <a:xfrm>
            <a:off x="4744496" y="2518104"/>
            <a:ext cx="6106924" cy="773713"/>
            <a:chOff x="5829424" y="1893693"/>
            <a:chExt cx="7956148" cy="10080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E412A47-5589-28D9-8DA1-E6EA61E9D5B9}"/>
                </a:ext>
              </a:extLst>
            </p:cNvPr>
            <p:cNvGrpSpPr/>
            <p:nvPr/>
          </p:nvGrpSpPr>
          <p:grpSpPr>
            <a:xfrm>
              <a:off x="5829424" y="1893693"/>
              <a:ext cx="1008000" cy="1008000"/>
              <a:chOff x="5829424" y="1893693"/>
              <a:chExt cx="1008000" cy="1008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01823B1-BC0A-6D39-99AF-7D329BF5C35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1893693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0E69BDA-ADAE-F3BE-6A11-D983B7FAECC0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196531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B0969EF-B24C-6E69-DE8B-896699845CE9}"/>
                  </a:ext>
                </a:extLst>
              </p:cNvPr>
              <p:cNvSpPr txBox="1"/>
              <p:nvPr/>
            </p:nvSpPr>
            <p:spPr>
              <a:xfrm>
                <a:off x="6191447" y="2083863"/>
                <a:ext cx="283954" cy="681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eiryo" panose="020B0604030504040204" pitchFamily="34" charset="-128"/>
                    <a:ea typeface="Meiryo" panose="020B0604030504040204" pitchFamily="34" charset="-128"/>
                  </a:rPr>
                  <a:t>2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14A3CA3-9AB9-9D02-2ABF-64B65A460B32}"/>
                </a:ext>
              </a:extLst>
            </p:cNvPr>
            <p:cNvSpPr txBox="1"/>
            <p:nvPr/>
          </p:nvSpPr>
          <p:spPr>
            <a:xfrm>
              <a:off x="7164405" y="2191583"/>
              <a:ext cx="6621167" cy="521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YOUR TITLE IS HERE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59A0993-99A1-7D92-1141-4F28FE8D93CA}"/>
              </a:ext>
            </a:extLst>
          </p:cNvPr>
          <p:cNvGrpSpPr/>
          <p:nvPr/>
        </p:nvGrpSpPr>
        <p:grpSpPr>
          <a:xfrm>
            <a:off x="4744495" y="4693414"/>
            <a:ext cx="6106924" cy="773714"/>
            <a:chOff x="5829424" y="4069003"/>
            <a:chExt cx="7956148" cy="100800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72B68D2-97E2-1A12-3697-B37F5866BE26}"/>
                </a:ext>
              </a:extLst>
            </p:cNvPr>
            <p:cNvGrpSpPr/>
            <p:nvPr/>
          </p:nvGrpSpPr>
          <p:grpSpPr>
            <a:xfrm>
              <a:off x="5829424" y="4069003"/>
              <a:ext cx="1008000" cy="1008000"/>
              <a:chOff x="5829424" y="4069003"/>
              <a:chExt cx="1008000" cy="1008000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BC2BD63-56D9-F144-B1F1-4772B7E3B5F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4069003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97A0379B-86B9-8F6B-1288-5EA668491E0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413987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798E2B0-64CA-0635-814F-7F5DB2EA5358}"/>
                  </a:ext>
                </a:extLst>
              </p:cNvPr>
              <p:cNvSpPr txBox="1"/>
              <p:nvPr/>
            </p:nvSpPr>
            <p:spPr>
              <a:xfrm>
                <a:off x="6191447" y="4259172"/>
                <a:ext cx="283955" cy="681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eiryo" panose="020B0604030504040204" pitchFamily="34" charset="-128"/>
                    <a:ea typeface="Meiryo" panose="020B0604030504040204" pitchFamily="34" charset="-128"/>
                  </a:rPr>
                  <a:t>4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A81D8CA-71BB-9821-D701-A10C2E10EC2F}"/>
                </a:ext>
              </a:extLst>
            </p:cNvPr>
            <p:cNvSpPr txBox="1"/>
            <p:nvPr/>
          </p:nvSpPr>
          <p:spPr>
            <a:xfrm>
              <a:off x="7189571" y="4331169"/>
              <a:ext cx="6596001" cy="521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YOUR TITLE IS HERE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51DAC4C-D371-5619-7BB4-A015FB780DD7}"/>
              </a:ext>
            </a:extLst>
          </p:cNvPr>
          <p:cNvGrpSpPr/>
          <p:nvPr/>
        </p:nvGrpSpPr>
        <p:grpSpPr>
          <a:xfrm>
            <a:off x="4744496" y="1430449"/>
            <a:ext cx="6117171" cy="773713"/>
            <a:chOff x="5807760" y="1383135"/>
            <a:chExt cx="7969499" cy="100800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8D0C52D-D8EF-DF97-49A8-2840C307EB0F}"/>
                </a:ext>
              </a:extLst>
            </p:cNvPr>
            <p:cNvGrpSpPr/>
            <p:nvPr/>
          </p:nvGrpSpPr>
          <p:grpSpPr>
            <a:xfrm>
              <a:off x="5807760" y="1383135"/>
              <a:ext cx="7969499" cy="1008000"/>
              <a:chOff x="5829424" y="806038"/>
              <a:chExt cx="7969499" cy="1008000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20CA7DC0-F496-2875-8A28-E2D3258F98F4}"/>
                  </a:ext>
                </a:extLst>
              </p:cNvPr>
              <p:cNvGrpSpPr/>
              <p:nvPr/>
            </p:nvGrpSpPr>
            <p:grpSpPr>
              <a:xfrm>
                <a:off x="5829424" y="806038"/>
                <a:ext cx="1008000" cy="1008000"/>
                <a:chOff x="5829424" y="806038"/>
                <a:chExt cx="1008000" cy="1008000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762AC063-F661-A41E-E725-FE423B7DC17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5829424" y="806038"/>
                  <a:ext cx="1008000" cy="1008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1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3FF3915B-3E2A-86FB-9E6E-B11503C23FF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5901424" y="878038"/>
                  <a:ext cx="864000" cy="864000"/>
                </a:xfrm>
                <a:prstGeom prst="ellipse">
                  <a:avLst/>
                </a:prstGeom>
                <a:solidFill>
                  <a:srgbClr val="1F386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1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185954FE-FCF0-47B5-54C3-E8E902DAD2A5}"/>
                    </a:ext>
                  </a:extLst>
                </p:cNvPr>
                <p:cNvSpPr txBox="1"/>
                <p:nvPr/>
              </p:nvSpPr>
              <p:spPr>
                <a:xfrm>
                  <a:off x="6191447" y="986583"/>
                  <a:ext cx="283954" cy="6816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1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Meiryo" panose="020B0604030504040204" pitchFamily="34" charset="-128"/>
                      <a:ea typeface="Meiryo" panose="020B0604030504040204" pitchFamily="34" charset="-128"/>
                    </a:rPr>
                    <a:t>1</a:t>
                  </a:r>
                </a:p>
              </p:txBody>
            </p: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42441BF-2E71-E196-8D0B-2AAB07788BC1}"/>
                  </a:ext>
                </a:extLst>
              </p:cNvPr>
              <p:cNvSpPr txBox="1"/>
              <p:nvPr/>
            </p:nvSpPr>
            <p:spPr>
              <a:xfrm>
                <a:off x="7164405" y="1063526"/>
                <a:ext cx="6634518" cy="521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dirty="0">
                    <a:solidFill>
                      <a:schemeClr val="bg1"/>
                    </a:solidFill>
                    <a:latin typeface="Meiryo" panose="020B0604030504040204" pitchFamily="34" charset="-128"/>
                    <a:ea typeface="Meiryo" panose="020B0604030504040204" pitchFamily="34" charset="-128"/>
                  </a:rPr>
                  <a:t>YOUR TITLE IS HERE</a:t>
                </a:r>
                <a:endParaRPr kumimoji="0" lang="en-US" sz="20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D7C82A9-F114-34CE-5A68-3BAA2913C360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879760" y="1453572"/>
              <a:ext cx="864000" cy="864000"/>
            </a:xfrm>
            <a:prstGeom prst="ellipse">
              <a:avLst/>
            </a:prstGeom>
            <a:solidFill>
              <a:srgbClr val="F371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F6BD2A2-675A-C957-DC55-FE5F489AAD5A}"/>
                </a:ext>
              </a:extLst>
            </p:cNvPr>
            <p:cNvSpPr txBox="1"/>
            <p:nvPr/>
          </p:nvSpPr>
          <p:spPr>
            <a:xfrm>
              <a:off x="6169784" y="1565892"/>
              <a:ext cx="283955" cy="681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1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FB60BC7-DA97-F097-8997-CF63BBAEB31C}"/>
              </a:ext>
            </a:extLst>
          </p:cNvPr>
          <p:cNvGrpSpPr/>
          <p:nvPr/>
        </p:nvGrpSpPr>
        <p:grpSpPr>
          <a:xfrm>
            <a:off x="4744495" y="3605759"/>
            <a:ext cx="6117172" cy="773714"/>
            <a:chOff x="4709565" y="3508655"/>
            <a:chExt cx="7969500" cy="100800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EC7AC9E-9272-B939-167E-C7555FA47916}"/>
                </a:ext>
              </a:extLst>
            </p:cNvPr>
            <p:cNvGrpSpPr/>
            <p:nvPr/>
          </p:nvGrpSpPr>
          <p:grpSpPr>
            <a:xfrm>
              <a:off x="4709565" y="3508655"/>
              <a:ext cx="1008000" cy="1008000"/>
              <a:chOff x="5829424" y="2981348"/>
              <a:chExt cx="1008000" cy="1008000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6DA1622F-81F0-8940-3F11-5BD966ADF4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2981348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E33BB4FB-0E27-0792-0FF8-27B1DB9AFCA7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305259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FC4F475-E948-AFD0-6612-DF24DD4774A9}"/>
                  </a:ext>
                </a:extLst>
              </p:cNvPr>
              <p:cNvSpPr txBox="1"/>
              <p:nvPr/>
            </p:nvSpPr>
            <p:spPr>
              <a:xfrm>
                <a:off x="6191447" y="3181144"/>
                <a:ext cx="283955" cy="681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eiryo" panose="020B0604030504040204" pitchFamily="34" charset="-128"/>
                    <a:ea typeface="Meiryo" panose="020B0604030504040204" pitchFamily="34" charset="-128"/>
                  </a:rPr>
                  <a:t>3</a:t>
                </a: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4AAE3BF-DE2C-DF17-0C77-D3825220BDC7}"/>
                </a:ext>
              </a:extLst>
            </p:cNvPr>
            <p:cNvSpPr txBox="1"/>
            <p:nvPr/>
          </p:nvSpPr>
          <p:spPr>
            <a:xfrm>
              <a:off x="6083065" y="3846349"/>
              <a:ext cx="6596000" cy="521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YOUR TITLE IS HERE</a:t>
              </a:r>
            </a:p>
          </p:txBody>
        </p: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45BDAB02-3E3A-BF56-BDCC-144E1C73BBE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10143700" y="308144"/>
            <a:ext cx="1822517" cy="69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713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F60A95E7-5ADA-1B45-BC37-21B446B9DAC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463386-0B75-CC46-AAFD-693470F2816B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C95BAD-1051-D14A-A2ED-67EE951937C7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DA5FEF-EAF7-7645-B0BE-475CDFB8EFB1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7C41C3-37CF-D048-AE7D-FFF9DCC8F03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2F4A51A-9780-A043-9191-080CE4D0878B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83E1FE3-E4C8-2241-9200-CEC360C515C4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D1BAEC-2F35-9E4E-822B-46FF5EB8B540}"/>
              </a:ext>
            </a:extLst>
          </p:cNvPr>
          <p:cNvSpPr/>
          <p:nvPr/>
        </p:nvSpPr>
        <p:spPr>
          <a:xfrm>
            <a:off x="0" y="0"/>
            <a:ext cx="5211271" cy="6873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B0FE60-B900-8743-81EA-8590FF02BE15}"/>
              </a:ext>
            </a:extLst>
          </p:cNvPr>
          <p:cNvSpPr txBox="1"/>
          <p:nvPr/>
        </p:nvSpPr>
        <p:spPr>
          <a:xfrm>
            <a:off x="466138" y="3013501"/>
            <a:ext cx="3680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u="none" strike="noStrike" kern="1200" cap="none" spc="0" normalizeH="0" baseline="0" noProof="0" dirty="0">
                <a:ln>
                  <a:noFill/>
                </a:ln>
                <a:solidFill>
                  <a:srgbClr val="19226D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rPr>
              <a:t>CONTENT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0700B9-396B-F94A-B785-85220A672262}"/>
              </a:ext>
            </a:extLst>
          </p:cNvPr>
          <p:cNvGrpSpPr/>
          <p:nvPr/>
        </p:nvGrpSpPr>
        <p:grpSpPr>
          <a:xfrm>
            <a:off x="4744496" y="2518104"/>
            <a:ext cx="6106924" cy="773713"/>
            <a:chOff x="5829424" y="1893693"/>
            <a:chExt cx="7956148" cy="1008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E5A0757-B179-2346-B244-C95262501B00}"/>
                </a:ext>
              </a:extLst>
            </p:cNvPr>
            <p:cNvGrpSpPr/>
            <p:nvPr/>
          </p:nvGrpSpPr>
          <p:grpSpPr>
            <a:xfrm>
              <a:off x="5829424" y="1893693"/>
              <a:ext cx="1008000" cy="1008000"/>
              <a:chOff x="5829424" y="1893693"/>
              <a:chExt cx="1008000" cy="1008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B77D34-59AC-564E-A016-CE9A807742A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1893693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76B1E6D-3CEF-F74B-8F34-20975835D89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196531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srgbClr val="19226D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A3045B-ABCF-A74A-8F1D-28DE093DD565}"/>
                  </a:ext>
                </a:extLst>
              </p:cNvPr>
              <p:cNvSpPr txBox="1"/>
              <p:nvPr/>
            </p:nvSpPr>
            <p:spPr>
              <a:xfrm>
                <a:off x="6191447" y="2083863"/>
                <a:ext cx="283954" cy="681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eiryo" panose="020B0604030504040204" pitchFamily="34" charset="-128"/>
                    <a:ea typeface="Meiryo" panose="020B0604030504040204" pitchFamily="34" charset="-128"/>
                  </a:rPr>
                  <a:t>2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9A13FCF-3514-E041-B741-76142C83DFE8}"/>
                </a:ext>
              </a:extLst>
            </p:cNvPr>
            <p:cNvSpPr txBox="1"/>
            <p:nvPr/>
          </p:nvSpPr>
          <p:spPr>
            <a:xfrm>
              <a:off x="7164405" y="2191583"/>
              <a:ext cx="6621167" cy="521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 dirty="0">
                  <a:solidFill>
                    <a:srgbClr val="19226D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YOUR TITLE IS HERE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D610524-0DFA-634F-863B-68CCA9095A1E}"/>
              </a:ext>
            </a:extLst>
          </p:cNvPr>
          <p:cNvGrpSpPr/>
          <p:nvPr/>
        </p:nvGrpSpPr>
        <p:grpSpPr>
          <a:xfrm>
            <a:off x="4744495" y="4693414"/>
            <a:ext cx="6106924" cy="773714"/>
            <a:chOff x="5829424" y="4069003"/>
            <a:chExt cx="7956148" cy="10080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EE0B513-0395-394D-B3DD-0F88D4AA6741}"/>
                </a:ext>
              </a:extLst>
            </p:cNvPr>
            <p:cNvGrpSpPr/>
            <p:nvPr/>
          </p:nvGrpSpPr>
          <p:grpSpPr>
            <a:xfrm>
              <a:off x="5829424" y="4069003"/>
              <a:ext cx="1008000" cy="1008000"/>
              <a:chOff x="5829424" y="4069003"/>
              <a:chExt cx="1008000" cy="1008000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D4CBECF1-7A1A-1648-981C-DC8D440D0F94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4069003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C57C8F3-8BA8-1E4D-A7C9-35671FEF3DB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413987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CB4D598-C08D-294D-947A-9FD0E4EEE309}"/>
                  </a:ext>
                </a:extLst>
              </p:cNvPr>
              <p:cNvSpPr txBox="1"/>
              <p:nvPr/>
            </p:nvSpPr>
            <p:spPr>
              <a:xfrm>
                <a:off x="6191447" y="4259172"/>
                <a:ext cx="283955" cy="681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eiryo" panose="020B0604030504040204" pitchFamily="34" charset="-128"/>
                    <a:ea typeface="Meiryo" panose="020B0604030504040204" pitchFamily="34" charset="-128"/>
                  </a:rPr>
                  <a:t>4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A910B11-EE25-6348-818D-8928A5AE19F8}"/>
                </a:ext>
              </a:extLst>
            </p:cNvPr>
            <p:cNvSpPr txBox="1"/>
            <p:nvPr/>
          </p:nvSpPr>
          <p:spPr>
            <a:xfrm>
              <a:off x="7189571" y="4331169"/>
              <a:ext cx="6596001" cy="521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 dirty="0">
                  <a:solidFill>
                    <a:srgbClr val="19226D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YOUR TITLE IS HERE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7DBD324-A163-B74F-BB58-97AA6EB6043A}"/>
              </a:ext>
            </a:extLst>
          </p:cNvPr>
          <p:cNvGrpSpPr/>
          <p:nvPr/>
        </p:nvGrpSpPr>
        <p:grpSpPr>
          <a:xfrm>
            <a:off x="4744496" y="1430449"/>
            <a:ext cx="6117171" cy="773713"/>
            <a:chOff x="5807760" y="1383135"/>
            <a:chExt cx="7969499" cy="100800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17A860F-6F27-6A40-9312-4CA83B52FACB}"/>
                </a:ext>
              </a:extLst>
            </p:cNvPr>
            <p:cNvGrpSpPr/>
            <p:nvPr/>
          </p:nvGrpSpPr>
          <p:grpSpPr>
            <a:xfrm>
              <a:off x="5807760" y="1383135"/>
              <a:ext cx="7969499" cy="1008000"/>
              <a:chOff x="5829424" y="806038"/>
              <a:chExt cx="7969499" cy="1008000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C00C3D81-B155-1F4C-9F57-9C3137E8DFF0}"/>
                  </a:ext>
                </a:extLst>
              </p:cNvPr>
              <p:cNvGrpSpPr/>
              <p:nvPr/>
            </p:nvGrpSpPr>
            <p:grpSpPr>
              <a:xfrm>
                <a:off x="5829424" y="806038"/>
                <a:ext cx="1008000" cy="1008000"/>
                <a:chOff x="5829424" y="806038"/>
                <a:chExt cx="1008000" cy="1008000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36EBEB63-E6F2-4844-A53F-5519696E6BD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5829424" y="806038"/>
                  <a:ext cx="1008000" cy="1008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1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ABF585F2-A81A-D047-87D6-A253AC2C404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5901424" y="878038"/>
                  <a:ext cx="864000" cy="864000"/>
                </a:xfrm>
                <a:prstGeom prst="ellipse">
                  <a:avLst/>
                </a:prstGeom>
                <a:solidFill>
                  <a:srgbClr val="1F386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1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E8DC90B5-EABF-D44D-9BEE-9288DC367A89}"/>
                    </a:ext>
                  </a:extLst>
                </p:cNvPr>
                <p:cNvSpPr txBox="1"/>
                <p:nvPr/>
              </p:nvSpPr>
              <p:spPr>
                <a:xfrm>
                  <a:off x="6191447" y="986583"/>
                  <a:ext cx="283954" cy="6816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Meiryo" panose="020B0604030504040204" pitchFamily="34" charset="-128"/>
                      <a:ea typeface="Meiryo" panose="020B0604030504040204" pitchFamily="34" charset="-128"/>
                    </a:rPr>
                    <a:t>1</a:t>
                  </a:r>
                </a:p>
              </p:txBody>
            </p: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BFBCB3D-4734-2147-855F-1B385859FBD1}"/>
                  </a:ext>
                </a:extLst>
              </p:cNvPr>
              <p:cNvSpPr txBox="1"/>
              <p:nvPr/>
            </p:nvSpPr>
            <p:spPr>
              <a:xfrm>
                <a:off x="7164405" y="1063526"/>
                <a:ext cx="6634518" cy="521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dirty="0">
                    <a:solidFill>
                      <a:srgbClr val="19226D"/>
                    </a:solidFill>
                    <a:latin typeface="Meiryo" panose="020B0604030504040204" pitchFamily="34" charset="-128"/>
                    <a:ea typeface="Meiryo" panose="020B0604030504040204" pitchFamily="34" charset="-128"/>
                  </a:rPr>
                  <a:t>YOUR TITLE IS HERE</a:t>
                </a:r>
                <a:endParaRPr kumimoji="0" 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19226D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C0BE3AF-872D-B846-B36F-818286404C2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879760" y="1453572"/>
              <a:ext cx="864000" cy="864000"/>
            </a:xfrm>
            <a:prstGeom prst="ellipse">
              <a:avLst/>
            </a:prstGeom>
            <a:solidFill>
              <a:srgbClr val="F371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3B2C1"/>
                </a:solidFill>
                <a:effectLst/>
                <a:uLnTx/>
                <a:uFillTx/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267FCB2-FAB3-784B-A12C-6930CB633274}"/>
                </a:ext>
              </a:extLst>
            </p:cNvPr>
            <p:cNvSpPr txBox="1"/>
            <p:nvPr/>
          </p:nvSpPr>
          <p:spPr>
            <a:xfrm>
              <a:off x="6169784" y="1565892"/>
              <a:ext cx="283955" cy="681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rPr>
                <a:t>1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BAF98C4-3876-0B40-9D08-E42F59EC706E}"/>
              </a:ext>
            </a:extLst>
          </p:cNvPr>
          <p:cNvGrpSpPr/>
          <p:nvPr/>
        </p:nvGrpSpPr>
        <p:grpSpPr>
          <a:xfrm>
            <a:off x="4744495" y="3605759"/>
            <a:ext cx="6117172" cy="773714"/>
            <a:chOff x="4709565" y="3508655"/>
            <a:chExt cx="7969500" cy="100800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C894835-20E9-BB4B-BB2D-D58D4FC94FE0}"/>
                </a:ext>
              </a:extLst>
            </p:cNvPr>
            <p:cNvGrpSpPr/>
            <p:nvPr/>
          </p:nvGrpSpPr>
          <p:grpSpPr>
            <a:xfrm>
              <a:off x="4709565" y="3508655"/>
              <a:ext cx="1008000" cy="1008000"/>
              <a:chOff x="5829424" y="2981348"/>
              <a:chExt cx="1008000" cy="1008000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7CB4F0D-2D01-0F4D-8C16-60C65D81A1EB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2981348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C2B5E1C-A285-1E41-AB0E-472954AA6D5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305259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4230267-6C75-384A-9301-F0545AE360A3}"/>
                  </a:ext>
                </a:extLst>
              </p:cNvPr>
              <p:cNvSpPr txBox="1"/>
              <p:nvPr/>
            </p:nvSpPr>
            <p:spPr>
              <a:xfrm>
                <a:off x="6191447" y="3181144"/>
                <a:ext cx="283955" cy="681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Meiryo" panose="020B0604030504040204" pitchFamily="34" charset="-128"/>
                    <a:ea typeface="Meiryo" panose="020B0604030504040204" pitchFamily="34" charset="-128"/>
                  </a:rPr>
                  <a:t>3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E2B472A-996E-8443-9D1A-FC9B3BA7A101}"/>
                </a:ext>
              </a:extLst>
            </p:cNvPr>
            <p:cNvSpPr txBox="1"/>
            <p:nvPr/>
          </p:nvSpPr>
          <p:spPr>
            <a:xfrm>
              <a:off x="6083065" y="3846349"/>
              <a:ext cx="6596000" cy="521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 dirty="0">
                  <a:solidFill>
                    <a:srgbClr val="19226D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YOUR TITLE IS HERE</a:t>
              </a:r>
            </a:p>
          </p:txBody>
        </p:sp>
      </p:grpSp>
      <p:sp>
        <p:nvSpPr>
          <p:cNvPr id="49" name="Footer Placeholder 2">
            <a:extLst>
              <a:ext uri="{FF2B5EF4-FFF2-40B4-BE49-F238E27FC236}">
                <a16:creationId xmlns:a16="http://schemas.microsoft.com/office/drawing/2014/main" id="{EE37BB88-21D1-EF4A-ADFD-7B9A3DB67557}"/>
              </a:ext>
            </a:extLst>
          </p:cNvPr>
          <p:cNvSpPr txBox="1">
            <a:spLocks/>
          </p:cNvSpPr>
          <p:nvPr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134327-492D-7D4C-926E-EC498D594D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96688" y="6415088"/>
            <a:ext cx="595312" cy="252412"/>
          </a:xfrm>
          <a:prstGeom prst="rect">
            <a:avLst/>
          </a:prstGeom>
        </p:spPr>
        <p:txBody>
          <a:bodyPr/>
          <a:lstStyle/>
          <a:p>
            <a:fld id="{E012F146-47F9-A646-B182-8CC39B8AD32B}" type="slidenum">
              <a:rPr lang="x-none" smtClean="0"/>
              <a:pPr/>
              <a:t>7</a:t>
            </a:fld>
            <a:endParaRPr lang="x-none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0D006942-ADE6-CC41-A412-0D827CF54D8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13824" y="376977"/>
            <a:ext cx="1226404" cy="93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743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463386-0B75-CC46-AAFD-693470F2816B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C95BAD-1051-D14A-A2ED-67EE951937C7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DA5FEF-EAF7-7645-B0BE-475CDFB8EFB1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7C41C3-37CF-D048-AE7D-FFF9DCC8F03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2F4A51A-9780-A043-9191-080CE4D0878B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83E1FE3-E4C8-2241-9200-CEC360C515C4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D1BAEC-2F35-9E4E-822B-46FF5EB8B540}"/>
              </a:ext>
            </a:extLst>
          </p:cNvPr>
          <p:cNvSpPr/>
          <p:nvPr/>
        </p:nvSpPr>
        <p:spPr>
          <a:xfrm>
            <a:off x="0" y="0"/>
            <a:ext cx="5211271" cy="6873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B0FE60-B900-8743-81EA-8590FF02BE15}"/>
              </a:ext>
            </a:extLst>
          </p:cNvPr>
          <p:cNvSpPr txBox="1"/>
          <p:nvPr/>
        </p:nvSpPr>
        <p:spPr>
          <a:xfrm>
            <a:off x="504604" y="2834910"/>
            <a:ext cx="3680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u="none" strike="noStrike" kern="1200" cap="none" spc="0" normalizeH="0" baseline="0" noProof="0" dirty="0">
                <a:ln>
                  <a:noFill/>
                </a:ln>
                <a:solidFill>
                  <a:srgbClr val="19226D"/>
                </a:solidFill>
                <a:effectLst/>
                <a:uLnTx/>
                <a:uFillTx/>
                <a:latin typeface="BR Omega VN" pitchFamily="2" charset="77"/>
              </a:rPr>
              <a:t>CONTENT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0700B9-396B-F94A-B785-85220A672262}"/>
              </a:ext>
            </a:extLst>
          </p:cNvPr>
          <p:cNvGrpSpPr/>
          <p:nvPr/>
        </p:nvGrpSpPr>
        <p:grpSpPr>
          <a:xfrm>
            <a:off x="4744496" y="2518104"/>
            <a:ext cx="6106924" cy="773713"/>
            <a:chOff x="5829424" y="1893693"/>
            <a:chExt cx="7956148" cy="1008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E5A0757-B179-2346-B244-C95262501B00}"/>
                </a:ext>
              </a:extLst>
            </p:cNvPr>
            <p:cNvGrpSpPr/>
            <p:nvPr/>
          </p:nvGrpSpPr>
          <p:grpSpPr>
            <a:xfrm>
              <a:off x="5829424" y="1893693"/>
              <a:ext cx="1008000" cy="1008000"/>
              <a:chOff x="5829424" y="1893693"/>
              <a:chExt cx="1008000" cy="1008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B77D34-59AC-564E-A016-CE9A807742A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1893693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76B1E6D-3CEF-F74B-8F34-20975835D89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196531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srgbClr val="19226D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A3045B-ABCF-A74A-8F1D-28DE093DD565}"/>
                  </a:ext>
                </a:extLst>
              </p:cNvPr>
              <p:cNvSpPr txBox="1"/>
              <p:nvPr/>
            </p:nvSpPr>
            <p:spPr>
              <a:xfrm>
                <a:off x="6191447" y="2083863"/>
                <a:ext cx="283954" cy="681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rPr>
                  <a:t>2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9A13FCF-3514-E041-B741-76142C83DFE8}"/>
                </a:ext>
              </a:extLst>
            </p:cNvPr>
            <p:cNvSpPr txBox="1"/>
            <p:nvPr/>
          </p:nvSpPr>
          <p:spPr>
            <a:xfrm>
              <a:off x="7164405" y="2191583"/>
              <a:ext cx="6621167" cy="521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BR Omega VN" pitchFamily="2" charset="77"/>
                </a:rPr>
                <a:t>YOUR TITLE IS HERE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D610524-0DFA-634F-863B-68CCA9095A1E}"/>
              </a:ext>
            </a:extLst>
          </p:cNvPr>
          <p:cNvGrpSpPr/>
          <p:nvPr/>
        </p:nvGrpSpPr>
        <p:grpSpPr>
          <a:xfrm>
            <a:off x="4744495" y="4693414"/>
            <a:ext cx="6106924" cy="773714"/>
            <a:chOff x="5829424" y="4069003"/>
            <a:chExt cx="7956148" cy="10080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EE0B513-0395-394D-B3DD-0F88D4AA6741}"/>
                </a:ext>
              </a:extLst>
            </p:cNvPr>
            <p:cNvGrpSpPr/>
            <p:nvPr/>
          </p:nvGrpSpPr>
          <p:grpSpPr>
            <a:xfrm>
              <a:off x="5829424" y="4069003"/>
              <a:ext cx="1008000" cy="1008000"/>
              <a:chOff x="5829424" y="4069003"/>
              <a:chExt cx="1008000" cy="1008000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D4CBECF1-7A1A-1648-981C-DC8D440D0F94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4069003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C57C8F3-8BA8-1E4D-A7C9-35671FEF3DB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413987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CB4D598-C08D-294D-947A-9FD0E4EEE309}"/>
                  </a:ext>
                </a:extLst>
              </p:cNvPr>
              <p:cNvSpPr txBox="1"/>
              <p:nvPr/>
            </p:nvSpPr>
            <p:spPr>
              <a:xfrm>
                <a:off x="6191447" y="4259172"/>
                <a:ext cx="283955" cy="681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rPr>
                  <a:t>4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A910B11-EE25-6348-818D-8928A5AE19F8}"/>
                </a:ext>
              </a:extLst>
            </p:cNvPr>
            <p:cNvSpPr txBox="1"/>
            <p:nvPr/>
          </p:nvSpPr>
          <p:spPr>
            <a:xfrm>
              <a:off x="7189571" y="4331169"/>
              <a:ext cx="6596001" cy="521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BR Omega VN" pitchFamily="2" charset="77"/>
                </a:rPr>
                <a:t>YOUR TITLE IS HERE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7DBD324-A163-B74F-BB58-97AA6EB6043A}"/>
              </a:ext>
            </a:extLst>
          </p:cNvPr>
          <p:cNvGrpSpPr/>
          <p:nvPr/>
        </p:nvGrpSpPr>
        <p:grpSpPr>
          <a:xfrm>
            <a:off x="4744496" y="1430449"/>
            <a:ext cx="6117171" cy="773713"/>
            <a:chOff x="5807760" y="1383135"/>
            <a:chExt cx="7969499" cy="100800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17A860F-6F27-6A40-9312-4CA83B52FACB}"/>
                </a:ext>
              </a:extLst>
            </p:cNvPr>
            <p:cNvGrpSpPr/>
            <p:nvPr/>
          </p:nvGrpSpPr>
          <p:grpSpPr>
            <a:xfrm>
              <a:off x="5807760" y="1383135"/>
              <a:ext cx="7969499" cy="1008000"/>
              <a:chOff x="5829424" y="806038"/>
              <a:chExt cx="7969499" cy="1008000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C00C3D81-B155-1F4C-9F57-9C3137E8DFF0}"/>
                  </a:ext>
                </a:extLst>
              </p:cNvPr>
              <p:cNvGrpSpPr/>
              <p:nvPr/>
            </p:nvGrpSpPr>
            <p:grpSpPr>
              <a:xfrm>
                <a:off x="5829424" y="806038"/>
                <a:ext cx="1008000" cy="1008000"/>
                <a:chOff x="5829424" y="806038"/>
                <a:chExt cx="1008000" cy="1008000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36EBEB63-E6F2-4844-A53F-5519696E6BD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5829424" y="806038"/>
                  <a:ext cx="1008000" cy="1008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1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endParaRPr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ABF585F2-A81A-D047-87D6-A253AC2C404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5901424" y="878038"/>
                  <a:ext cx="864000" cy="864000"/>
                </a:xfrm>
                <a:prstGeom prst="ellipse">
                  <a:avLst/>
                </a:prstGeom>
                <a:solidFill>
                  <a:srgbClr val="1F386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1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endParaRP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E8DC90B5-EABF-D44D-9BEE-9288DC367A89}"/>
                    </a:ext>
                  </a:extLst>
                </p:cNvPr>
                <p:cNvSpPr txBox="1"/>
                <p:nvPr/>
              </p:nvSpPr>
              <p:spPr>
                <a:xfrm>
                  <a:off x="6191447" y="986583"/>
                  <a:ext cx="283954" cy="6816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BR Omega VN" pitchFamily="2" charset="77"/>
                    </a:rPr>
                    <a:t>1</a:t>
                  </a:r>
                </a:p>
              </p:txBody>
            </p: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BFBCB3D-4734-2147-855F-1B385859FBD1}"/>
                  </a:ext>
                </a:extLst>
              </p:cNvPr>
              <p:cNvSpPr txBox="1"/>
              <p:nvPr/>
            </p:nvSpPr>
            <p:spPr>
              <a:xfrm>
                <a:off x="7164405" y="1063526"/>
                <a:ext cx="6634518" cy="521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dirty="0">
                    <a:solidFill>
                      <a:prstClr val="white"/>
                    </a:solidFill>
                    <a:latin typeface="BR Omega VN" pitchFamily="2" charset="77"/>
                  </a:rPr>
                  <a:t>YOUR TITLE IS HERE</a:t>
                </a:r>
                <a:endParaRPr kumimoji="0" lang="en-US" sz="20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C0BE3AF-872D-B846-B36F-818286404C2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879760" y="1453572"/>
              <a:ext cx="864000" cy="864000"/>
            </a:xfrm>
            <a:prstGeom prst="ellipse">
              <a:avLst/>
            </a:prstGeom>
            <a:solidFill>
              <a:srgbClr val="33B2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3B2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267FCB2-FAB3-784B-A12C-6930CB633274}"/>
                </a:ext>
              </a:extLst>
            </p:cNvPr>
            <p:cNvSpPr txBox="1"/>
            <p:nvPr/>
          </p:nvSpPr>
          <p:spPr>
            <a:xfrm>
              <a:off x="6169784" y="1565892"/>
              <a:ext cx="283955" cy="681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rPr>
                <a:t>1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BAF98C4-3876-0B40-9D08-E42F59EC706E}"/>
              </a:ext>
            </a:extLst>
          </p:cNvPr>
          <p:cNvGrpSpPr/>
          <p:nvPr/>
        </p:nvGrpSpPr>
        <p:grpSpPr>
          <a:xfrm>
            <a:off x="4744495" y="3605759"/>
            <a:ext cx="6117172" cy="773714"/>
            <a:chOff x="4709565" y="3508655"/>
            <a:chExt cx="7969500" cy="100800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C894835-20E9-BB4B-BB2D-D58D4FC94FE0}"/>
                </a:ext>
              </a:extLst>
            </p:cNvPr>
            <p:cNvGrpSpPr/>
            <p:nvPr/>
          </p:nvGrpSpPr>
          <p:grpSpPr>
            <a:xfrm>
              <a:off x="4709565" y="3508655"/>
              <a:ext cx="1008000" cy="1008000"/>
              <a:chOff x="5829424" y="2981348"/>
              <a:chExt cx="1008000" cy="1008000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7CB4F0D-2D01-0F4D-8C16-60C65D81A1EB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2981348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C2B5E1C-A285-1E41-AB0E-472954AA6D5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305259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4230267-6C75-384A-9301-F0545AE360A3}"/>
                  </a:ext>
                </a:extLst>
              </p:cNvPr>
              <p:cNvSpPr txBox="1"/>
              <p:nvPr/>
            </p:nvSpPr>
            <p:spPr>
              <a:xfrm>
                <a:off x="6191447" y="3181144"/>
                <a:ext cx="283955" cy="681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rPr>
                  <a:t>3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E2B472A-996E-8443-9D1A-FC9B3BA7A101}"/>
                </a:ext>
              </a:extLst>
            </p:cNvPr>
            <p:cNvSpPr txBox="1"/>
            <p:nvPr/>
          </p:nvSpPr>
          <p:spPr>
            <a:xfrm>
              <a:off x="6083065" y="3846349"/>
              <a:ext cx="6596000" cy="521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BR Omega VN" pitchFamily="2" charset="77"/>
                </a:rPr>
                <a:t>YOUR TITLE IS HERE</a:t>
              </a:r>
            </a:p>
          </p:txBody>
        </p: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599A4222-0553-F846-B653-EB8CF4BFDE4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10143700" y="308144"/>
            <a:ext cx="1822517" cy="695228"/>
          </a:xfrm>
          <a:prstGeom prst="rect">
            <a:avLst/>
          </a:prstGeom>
        </p:spPr>
      </p:pic>
      <p:sp>
        <p:nvSpPr>
          <p:cNvPr id="49" name="Footer Placeholder 2">
            <a:extLst>
              <a:ext uri="{FF2B5EF4-FFF2-40B4-BE49-F238E27FC236}">
                <a16:creationId xmlns:a16="http://schemas.microsoft.com/office/drawing/2014/main" id="{EE37BB88-21D1-EF4A-ADFD-7B9A3DB67557}"/>
              </a:ext>
            </a:extLst>
          </p:cNvPr>
          <p:cNvSpPr txBox="1">
            <a:spLocks/>
          </p:cNvSpPr>
          <p:nvPr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134327-492D-7D4C-926E-EC498D59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4061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70490E-B4CB-4C48-929F-E0B446DE2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1D0291-4B66-E049-A0A9-EE2177C7C787}"/>
              </a:ext>
            </a:extLst>
          </p:cNvPr>
          <p:cNvSpPr txBox="1"/>
          <p:nvPr/>
        </p:nvSpPr>
        <p:spPr>
          <a:xfrm>
            <a:off x="755990" y="5015709"/>
            <a:ext cx="11077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4800" b="1" spc="-100" dirty="0">
                <a:solidFill>
                  <a:srgbClr val="F37121"/>
                </a:solidFill>
                <a:latin typeface="BR Omega" pitchFamily="2" charset="77"/>
                <a:cs typeface="Arial" panose="020B0604020202020204" pitchFamily="34" charset="0"/>
              </a:rPr>
              <a:t>01. </a:t>
            </a:r>
            <a:r>
              <a:rPr lang="en-US" sz="4800" b="1" spc="-100" dirty="0">
                <a:solidFill>
                  <a:srgbClr val="172054"/>
                </a:solidFill>
                <a:latin typeface="BR Omega" pitchFamily="2" charset="77"/>
                <a:cs typeface="Arial" panose="020B0604020202020204" pitchFamily="34" charset="0"/>
              </a:rPr>
              <a:t>YOUR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818E5D-061B-6646-B4A0-26A6979F666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6787" b="26203"/>
          <a:stretch/>
        </p:blipFill>
        <p:spPr>
          <a:xfrm>
            <a:off x="262054" y="3902927"/>
            <a:ext cx="2942038" cy="98130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96D42-5215-4747-90F6-659F764B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56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463386-0B75-CC46-AAFD-693470F2816B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C95BAD-1051-D14A-A2ED-67EE951937C7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DA5FEF-EAF7-7645-B0BE-475CDFB8EFB1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7C41C3-37CF-D048-AE7D-FFF9DCC8F03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2F4A51A-9780-A043-9191-080CE4D0878B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83E1FE3-E4C8-2241-9200-CEC360C515C4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366514-74EA-CF4D-9A7D-88C37B7C4D3F}"/>
              </a:ext>
            </a:extLst>
          </p:cNvPr>
          <p:cNvSpPr txBox="1"/>
          <p:nvPr/>
        </p:nvSpPr>
        <p:spPr>
          <a:xfrm>
            <a:off x="755990" y="5015709"/>
            <a:ext cx="11077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u="none" strike="noStrike" kern="1200" cap="none" spc="-100" normalizeH="0" baseline="0" noProof="0" dirty="0">
                <a:ln>
                  <a:noFill/>
                </a:ln>
                <a:solidFill>
                  <a:srgbClr val="F37121"/>
                </a:solidFill>
                <a:effectLst/>
                <a:uLnTx/>
                <a:uFillTx/>
                <a:latin typeface="BR Omega VN" pitchFamily="2" charset="77"/>
                <a:cs typeface="Arial" panose="020B0604020202020204" pitchFamily="34" charset="0"/>
              </a:rPr>
              <a:t>01. </a:t>
            </a:r>
            <a:r>
              <a:rPr lang="en-US" sz="4800" b="1" spc="-100" dirty="0">
                <a:solidFill>
                  <a:srgbClr val="FFFFFF"/>
                </a:solidFill>
                <a:latin typeface="BR Omega VN" pitchFamily="2" charset="77"/>
                <a:cs typeface="Arial" panose="020B0604020202020204" pitchFamily="34" charset="0"/>
              </a:rPr>
              <a:t>YOUR TITLE</a:t>
            </a:r>
            <a:endParaRPr kumimoji="0" lang="en-US" sz="4800" b="1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R Omega VN" pitchFamily="2" charset="77"/>
              <a:cs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524A475-6DA2-C54A-94D5-2EBD3CCA1C0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621580" y="4004415"/>
            <a:ext cx="2160712" cy="8242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CB3428-9346-324A-9953-A4AF18429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5964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 Diagonal Corner Rectangle 24">
            <a:extLst>
              <a:ext uri="{FF2B5EF4-FFF2-40B4-BE49-F238E27FC236}">
                <a16:creationId xmlns:a16="http://schemas.microsoft.com/office/drawing/2014/main" id="{A9DCEC83-1924-7C42-BBF6-A26D7EFD49A3}"/>
              </a:ext>
            </a:extLst>
          </p:cNvPr>
          <p:cNvSpPr/>
          <p:nvPr/>
        </p:nvSpPr>
        <p:spPr>
          <a:xfrm>
            <a:off x="3469948" y="2282613"/>
            <a:ext cx="2294633" cy="1820212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6" name="Round Diagonal Corner Rectangle 25">
            <a:extLst>
              <a:ext uri="{FF2B5EF4-FFF2-40B4-BE49-F238E27FC236}">
                <a16:creationId xmlns:a16="http://schemas.microsoft.com/office/drawing/2014/main" id="{741CD451-708A-B34C-8B5A-E237DB9A0A28}"/>
              </a:ext>
            </a:extLst>
          </p:cNvPr>
          <p:cNvSpPr/>
          <p:nvPr/>
        </p:nvSpPr>
        <p:spPr>
          <a:xfrm>
            <a:off x="6326844" y="2282613"/>
            <a:ext cx="2294633" cy="1820212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7" name="Round Diagonal Corner Rectangle 26">
            <a:extLst>
              <a:ext uri="{FF2B5EF4-FFF2-40B4-BE49-F238E27FC236}">
                <a16:creationId xmlns:a16="http://schemas.microsoft.com/office/drawing/2014/main" id="{A6AB7DD4-A28D-504B-A8C2-7FC6A98AFEE6}"/>
              </a:ext>
            </a:extLst>
          </p:cNvPr>
          <p:cNvSpPr/>
          <p:nvPr/>
        </p:nvSpPr>
        <p:spPr>
          <a:xfrm>
            <a:off x="9260815" y="2282613"/>
            <a:ext cx="2294633" cy="1820212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Round Diagonal Corner Rectangle 1">
            <a:extLst>
              <a:ext uri="{FF2B5EF4-FFF2-40B4-BE49-F238E27FC236}">
                <a16:creationId xmlns:a16="http://schemas.microsoft.com/office/drawing/2014/main" id="{D67D0C64-1091-E74A-AA45-54400B537532}"/>
              </a:ext>
            </a:extLst>
          </p:cNvPr>
          <p:cNvSpPr/>
          <p:nvPr/>
        </p:nvSpPr>
        <p:spPr>
          <a:xfrm>
            <a:off x="609600" y="2282613"/>
            <a:ext cx="2294633" cy="1820212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4" name="テキスト ボックス 25">
            <a:extLst>
              <a:ext uri="{FF2B5EF4-FFF2-40B4-BE49-F238E27FC236}">
                <a16:creationId xmlns:a16="http://schemas.microsoft.com/office/drawing/2014/main" id="{501834F4-664E-4C6B-8F4A-723D1E6F1774}"/>
              </a:ext>
            </a:extLst>
          </p:cNvPr>
          <p:cNvSpPr txBox="1"/>
          <p:nvPr/>
        </p:nvSpPr>
        <p:spPr>
          <a:xfrm>
            <a:off x="515443" y="4421925"/>
            <a:ext cx="25867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200"/>
              </a:spcBef>
              <a:defRPr/>
            </a:pP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Lorem ipsum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dolor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sit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amet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,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consectetur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adipiscing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elit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Etiam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a dui non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nulla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tempor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molestie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Duis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lobortis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mi at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arcu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mattis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convallis.</a:t>
            </a:r>
            <a:endParaRPr kumimoji="1" lang="en-SG" altLang="ja-JP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 panose="020B0502040204020203" pitchFamily="34" charset="0"/>
              <a:ea typeface="メイリオ"/>
              <a:cs typeface="Segoe UI" panose="020B0502040204020203" pitchFamily="34" charset="0"/>
            </a:endParaRPr>
          </a:p>
        </p:txBody>
      </p:sp>
      <p:sp>
        <p:nvSpPr>
          <p:cNvPr id="5" name="テキスト ボックス 25">
            <a:extLst>
              <a:ext uri="{FF2B5EF4-FFF2-40B4-BE49-F238E27FC236}">
                <a16:creationId xmlns:a16="http://schemas.microsoft.com/office/drawing/2014/main" id="{D2321790-FBE3-7944-A670-DD63D1D2CE88}"/>
              </a:ext>
            </a:extLst>
          </p:cNvPr>
          <p:cNvSpPr txBox="1"/>
          <p:nvPr/>
        </p:nvSpPr>
        <p:spPr>
          <a:xfrm>
            <a:off x="3371890" y="4424012"/>
            <a:ext cx="26301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200"/>
              </a:spcBef>
              <a:defRPr/>
            </a:pP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Lorem ipsum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dolor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sit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amet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,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consectetur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adipiscing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elit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Etiam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a dui non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nulla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tempor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molestie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Duis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lobortis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mi at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arcu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mattis</a:t>
            </a:r>
            <a:r>
              <a:rPr kumimoji="1" lang="en-SG" altLang="ja-JP" sz="1400" dirty="0">
                <a:solidFill>
                  <a:srgbClr val="F27228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convallis.</a:t>
            </a:r>
            <a:endParaRPr kumimoji="1" lang="en-SG" altLang="ja-JP" sz="1400" b="0" i="0" u="none" strike="noStrike" kern="1200" cap="none" spc="0" normalizeH="0" baseline="0" noProof="0" dirty="0">
              <a:ln>
                <a:noFill/>
              </a:ln>
              <a:solidFill>
                <a:srgbClr val="F27228"/>
              </a:solidFill>
              <a:effectLst/>
              <a:uLnTx/>
              <a:uFillTx/>
              <a:latin typeface="Segoe UI" panose="020B0502040204020203" pitchFamily="34" charset="0"/>
              <a:ea typeface="メイリオ"/>
              <a:cs typeface="Segoe UI" panose="020B0502040204020203" pitchFamily="34" charset="0"/>
            </a:endParaRPr>
          </a:p>
        </p:txBody>
      </p:sp>
      <p:sp>
        <p:nvSpPr>
          <p:cNvPr id="6" name="テキスト ボックス 25">
            <a:extLst>
              <a:ext uri="{FF2B5EF4-FFF2-40B4-BE49-F238E27FC236}">
                <a16:creationId xmlns:a16="http://schemas.microsoft.com/office/drawing/2014/main" id="{272359DF-CF3E-DD47-B154-DDBFD81D0FC0}"/>
              </a:ext>
            </a:extLst>
          </p:cNvPr>
          <p:cNvSpPr txBox="1"/>
          <p:nvPr/>
        </p:nvSpPr>
        <p:spPr>
          <a:xfrm>
            <a:off x="6271834" y="4404754"/>
            <a:ext cx="26301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200"/>
              </a:spcBef>
              <a:defRPr/>
            </a:pP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Lorem ipsum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dolor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sit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amet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,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consectetur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adipiscing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elit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Etiam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a dui non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nulla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tempor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molestie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Duis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lobortis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mi at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arcu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mattis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convallis.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7F9737C-F637-CA41-BCC1-70BA5C86CF98}"/>
              </a:ext>
            </a:extLst>
          </p:cNvPr>
          <p:cNvSpPr>
            <a:spLocks noChangeAspect="1"/>
          </p:cNvSpPr>
          <p:nvPr/>
        </p:nvSpPr>
        <p:spPr>
          <a:xfrm>
            <a:off x="1557857" y="2109434"/>
            <a:ext cx="338667" cy="346357"/>
          </a:xfrm>
          <a:prstGeom prst="ellipse">
            <a:avLst/>
          </a:prstGeom>
          <a:solidFill>
            <a:srgbClr val="1744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VN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R Omega" pitchFamily="2" charset="77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3CAFCFC-6606-324D-B6AB-32F06AAE6ECA}"/>
              </a:ext>
            </a:extLst>
          </p:cNvPr>
          <p:cNvSpPr>
            <a:spLocks noChangeAspect="1"/>
          </p:cNvSpPr>
          <p:nvPr/>
        </p:nvSpPr>
        <p:spPr>
          <a:xfrm>
            <a:off x="4447930" y="2095700"/>
            <a:ext cx="338667" cy="346357"/>
          </a:xfrm>
          <a:prstGeom prst="ellipse">
            <a:avLst/>
          </a:prstGeom>
          <a:solidFill>
            <a:srgbClr val="1744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V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R Omega" pitchFamily="2" charset="77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AA85CBF-ECC7-2D4F-BFE5-9AB7BA6223EB}"/>
              </a:ext>
            </a:extLst>
          </p:cNvPr>
          <p:cNvSpPr>
            <a:spLocks noChangeAspect="1"/>
          </p:cNvSpPr>
          <p:nvPr/>
        </p:nvSpPr>
        <p:spPr>
          <a:xfrm>
            <a:off x="7308278" y="2115789"/>
            <a:ext cx="338667" cy="346357"/>
          </a:xfrm>
          <a:prstGeom prst="ellipse">
            <a:avLst/>
          </a:prstGeom>
          <a:solidFill>
            <a:srgbClr val="1744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VN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R Omega" pitchFamily="2" charset="77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9" name="テキスト ボックス 25">
            <a:extLst>
              <a:ext uri="{FF2B5EF4-FFF2-40B4-BE49-F238E27FC236}">
                <a16:creationId xmlns:a16="http://schemas.microsoft.com/office/drawing/2014/main" id="{42546B3E-35A6-4536-95C3-7808DB3C16FA}"/>
              </a:ext>
            </a:extLst>
          </p:cNvPr>
          <p:cNvSpPr txBox="1"/>
          <p:nvPr/>
        </p:nvSpPr>
        <p:spPr>
          <a:xfrm>
            <a:off x="9163205" y="4404754"/>
            <a:ext cx="25133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200"/>
              </a:spcBef>
              <a:defRPr/>
            </a:pP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Lorem ipsum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dolor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sit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amet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,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consectetur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adipiscing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elit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Etiam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a dui non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nulla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tempor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molestie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Duis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lobortis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mi at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arcu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SG" altLang="ja-JP" sz="1400" dirty="0" err="1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mattis</a:t>
            </a:r>
            <a:r>
              <a:rPr kumimoji="1" lang="en-SG" altLang="ja-JP" sz="1400" dirty="0">
                <a:solidFill>
                  <a:sysClr val="windowText" lastClr="000000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convallis.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BA1065C-B810-4FCB-A826-94D1410F467F}"/>
              </a:ext>
            </a:extLst>
          </p:cNvPr>
          <p:cNvSpPr>
            <a:spLocks noChangeAspect="1"/>
          </p:cNvSpPr>
          <p:nvPr/>
        </p:nvSpPr>
        <p:spPr>
          <a:xfrm>
            <a:off x="10250546" y="2120970"/>
            <a:ext cx="338667" cy="346357"/>
          </a:xfrm>
          <a:prstGeom prst="ellipse">
            <a:avLst/>
          </a:prstGeom>
          <a:solidFill>
            <a:srgbClr val="1744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R Omega" pitchFamily="2" charset="77"/>
                <a:cs typeface="Arial" panose="020B0604020202020204" pitchFamily="34" charset="0"/>
              </a:rPr>
              <a:t>4</a:t>
            </a:r>
            <a:endParaRPr kumimoji="0" lang="en-V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 Omega" pitchFamily="2" charset="77"/>
              <a:cs typeface="Arial" panose="020B0604020202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62A53CA-32A1-6844-B5A4-8B0A72F9C98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3139" y="2719977"/>
            <a:ext cx="1082042" cy="108204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53A3404-0941-BB49-A168-4F0C46BBBF7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67110" y="2697517"/>
            <a:ext cx="1082042" cy="108204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A749FA4-6808-E842-BC67-47C1418C58B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6242" y="2719977"/>
            <a:ext cx="1082042" cy="108204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51463BF-8AE4-CA4D-9949-20B15791A72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0016" y="2697517"/>
            <a:ext cx="1082042" cy="1082042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9EE11F5-2ED5-C342-8444-99494C5A96F5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2D97DF2-F492-2141-9F75-95E01ADBD2E2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0CB8DFC-8EAD-7146-9DA2-DCE69E9D8A31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188E7A0-5D28-C24B-8977-5C0BED8C3B3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050812C-61EE-F94F-9165-8D99B7B2BD81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1BB22BE-C1D9-FB48-AF8B-7D2B244C7D9E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D03BF04-444E-A44E-A640-F847E6279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96D991-E580-904E-9D4D-52AC888DD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28432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1E927-82DC-2309-1516-B4B538272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E1E9D0-2E5B-E0C4-F1E5-0DE0DE8BF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12</a:t>
            </a:fld>
            <a:endParaRPr lang="x-none"/>
          </a:p>
        </p:txBody>
      </p:sp>
      <p:sp>
        <p:nvSpPr>
          <p:cNvPr id="61" name="Round Diagonal Corner Rectangle 60">
            <a:extLst>
              <a:ext uri="{FF2B5EF4-FFF2-40B4-BE49-F238E27FC236}">
                <a16:creationId xmlns:a16="http://schemas.microsoft.com/office/drawing/2014/main" id="{03FF7A64-EBA7-5AD4-0A8A-6EF0D0BE23EE}"/>
              </a:ext>
            </a:extLst>
          </p:cNvPr>
          <p:cNvSpPr/>
          <p:nvPr/>
        </p:nvSpPr>
        <p:spPr>
          <a:xfrm>
            <a:off x="667811" y="4059428"/>
            <a:ext cx="3252600" cy="2278527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2" name="Round Diagonal Corner Rectangle 61">
            <a:extLst>
              <a:ext uri="{FF2B5EF4-FFF2-40B4-BE49-F238E27FC236}">
                <a16:creationId xmlns:a16="http://schemas.microsoft.com/office/drawing/2014/main" id="{46B42118-D164-DA8F-4761-CD29C4F19368}"/>
              </a:ext>
            </a:extLst>
          </p:cNvPr>
          <p:cNvSpPr/>
          <p:nvPr/>
        </p:nvSpPr>
        <p:spPr>
          <a:xfrm>
            <a:off x="4318833" y="4021385"/>
            <a:ext cx="3252600" cy="2278527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3" name="Round Diagonal Corner Rectangle 62">
            <a:extLst>
              <a:ext uri="{FF2B5EF4-FFF2-40B4-BE49-F238E27FC236}">
                <a16:creationId xmlns:a16="http://schemas.microsoft.com/office/drawing/2014/main" id="{8EB88597-9251-D599-9767-2058C2A1F50E}"/>
              </a:ext>
            </a:extLst>
          </p:cNvPr>
          <p:cNvSpPr/>
          <p:nvPr/>
        </p:nvSpPr>
        <p:spPr>
          <a:xfrm>
            <a:off x="4318833" y="1389128"/>
            <a:ext cx="3252600" cy="2278527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4" name="Round Diagonal Corner Rectangle 63">
            <a:extLst>
              <a:ext uri="{FF2B5EF4-FFF2-40B4-BE49-F238E27FC236}">
                <a16:creationId xmlns:a16="http://schemas.microsoft.com/office/drawing/2014/main" id="{5B6B8E3D-5008-9ACC-DDC6-8E18BCA982F6}"/>
              </a:ext>
            </a:extLst>
          </p:cNvPr>
          <p:cNvSpPr/>
          <p:nvPr/>
        </p:nvSpPr>
        <p:spPr>
          <a:xfrm>
            <a:off x="8016392" y="4021385"/>
            <a:ext cx="3252600" cy="2278527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5" name="Round Diagonal Corner Rectangle 64">
            <a:extLst>
              <a:ext uri="{FF2B5EF4-FFF2-40B4-BE49-F238E27FC236}">
                <a16:creationId xmlns:a16="http://schemas.microsoft.com/office/drawing/2014/main" id="{8EC15838-7645-A73E-FBB7-E081A7CC3ABA}"/>
              </a:ext>
            </a:extLst>
          </p:cNvPr>
          <p:cNvSpPr/>
          <p:nvPr/>
        </p:nvSpPr>
        <p:spPr>
          <a:xfrm>
            <a:off x="8016392" y="1389128"/>
            <a:ext cx="3252600" cy="2278527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6" name="Round Diagonal Corner Rectangle 65">
            <a:extLst>
              <a:ext uri="{FF2B5EF4-FFF2-40B4-BE49-F238E27FC236}">
                <a16:creationId xmlns:a16="http://schemas.microsoft.com/office/drawing/2014/main" id="{38C0FA5A-BF98-7A8E-3CF6-CE003F6976BF}"/>
              </a:ext>
            </a:extLst>
          </p:cNvPr>
          <p:cNvSpPr/>
          <p:nvPr/>
        </p:nvSpPr>
        <p:spPr>
          <a:xfrm>
            <a:off x="673055" y="1391624"/>
            <a:ext cx="3252600" cy="2278527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7" name="テキスト ボックス 15">
            <a:extLst>
              <a:ext uri="{FF2B5EF4-FFF2-40B4-BE49-F238E27FC236}">
                <a16:creationId xmlns:a16="http://schemas.microsoft.com/office/drawing/2014/main" id="{4C4FCB57-6E20-BDBA-AA89-F05AF1BE079B}"/>
              </a:ext>
            </a:extLst>
          </p:cNvPr>
          <p:cNvSpPr txBox="1"/>
          <p:nvPr/>
        </p:nvSpPr>
        <p:spPr>
          <a:xfrm>
            <a:off x="923008" y="1731983"/>
            <a:ext cx="18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1" lang="en-US" altLang="ja-JP" sz="2000" b="1" dirty="0">
                <a:solidFill>
                  <a:schemeClr val="bg1"/>
                </a:solidFill>
                <a:latin typeface="BR Omega" pitchFamily="2" charset="77"/>
                <a:ea typeface="メイリオ"/>
                <a:cs typeface="Segoe UI" panose="020B0502040204020203" pitchFamily="34" charset="0"/>
              </a:rPr>
              <a:t>Key result </a:t>
            </a:r>
          </a:p>
        </p:txBody>
      </p:sp>
      <p:sp>
        <p:nvSpPr>
          <p:cNvPr id="68" name="テキスト ボックス 30">
            <a:extLst>
              <a:ext uri="{FF2B5EF4-FFF2-40B4-BE49-F238E27FC236}">
                <a16:creationId xmlns:a16="http://schemas.microsoft.com/office/drawing/2014/main" id="{AE390011-09EB-2FC1-F4A3-36390FD73CF1}"/>
              </a:ext>
            </a:extLst>
          </p:cNvPr>
          <p:cNvSpPr txBox="1"/>
          <p:nvPr/>
        </p:nvSpPr>
        <p:spPr>
          <a:xfrm>
            <a:off x="4564999" y="4373196"/>
            <a:ext cx="18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1" lang="en-US" altLang="ja-JP" sz="2000" b="1" dirty="0">
                <a:solidFill>
                  <a:schemeClr val="bg1"/>
                </a:solidFill>
                <a:latin typeface="BR Omega" pitchFamily="2" charset="77"/>
                <a:ea typeface="メイリオ"/>
                <a:cs typeface="Segoe UI" panose="020B0502040204020203" pitchFamily="34" charset="0"/>
              </a:rPr>
              <a:t>Key result </a:t>
            </a:r>
          </a:p>
        </p:txBody>
      </p:sp>
      <p:sp>
        <p:nvSpPr>
          <p:cNvPr id="69" name="楕円 33">
            <a:extLst>
              <a:ext uri="{FF2B5EF4-FFF2-40B4-BE49-F238E27FC236}">
                <a16:creationId xmlns:a16="http://schemas.microsoft.com/office/drawing/2014/main" id="{9BF90795-0E97-CD1C-7CC5-7190D4D1CA40}"/>
              </a:ext>
            </a:extLst>
          </p:cNvPr>
          <p:cNvSpPr/>
          <p:nvPr/>
        </p:nvSpPr>
        <p:spPr>
          <a:xfrm>
            <a:off x="7040607" y="3859593"/>
            <a:ext cx="739302" cy="739302"/>
          </a:xfrm>
          <a:prstGeom prst="ellipse">
            <a:avLst/>
          </a:prstGeom>
          <a:solidFill>
            <a:srgbClr val="B5B5B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srgbClr val="19226D"/>
                </a:solidFill>
                <a:effectLst/>
                <a:uLnTx/>
                <a:uFillTx/>
                <a:latin typeface="BR Omega" pitchFamily="2" charset="77"/>
                <a:ea typeface="ヒラギノ角ゴ 簡体中文 W3" panose="020B0300000000000000" pitchFamily="34" charset="-128"/>
                <a:cs typeface="Segoe UI" panose="020B0502040204020203" pitchFamily="34" charset="0"/>
              </a:rPr>
              <a:t>KR4</a:t>
            </a:r>
            <a:endParaRPr kumimoji="1" lang="ja-JP" altLang="en-US" sz="1800" b="1" i="0" u="none" strike="noStrike" kern="0" cap="none" spc="0" normalizeH="0" baseline="0" noProof="0" dirty="0">
              <a:ln>
                <a:noFill/>
              </a:ln>
              <a:solidFill>
                <a:srgbClr val="19226D"/>
              </a:solidFill>
              <a:effectLst/>
              <a:uLnTx/>
              <a:uFillTx/>
              <a:latin typeface="BR Omega" pitchFamily="2" charset="77"/>
              <a:ea typeface="ヒラギノ角ゴ 簡体中文 W3" panose="020B03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70" name="テキスト ボックス 29">
            <a:extLst>
              <a:ext uri="{FF2B5EF4-FFF2-40B4-BE49-F238E27FC236}">
                <a16:creationId xmlns:a16="http://schemas.microsoft.com/office/drawing/2014/main" id="{1CF2DC8F-0869-EC7F-2804-BC9DD1EF9F17}"/>
              </a:ext>
            </a:extLst>
          </p:cNvPr>
          <p:cNvSpPr txBox="1"/>
          <p:nvPr/>
        </p:nvSpPr>
        <p:spPr>
          <a:xfrm>
            <a:off x="8218100" y="1850314"/>
            <a:ext cx="25302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1" lang="en-US" altLang="ja-JP" sz="2000" b="1" dirty="0">
                <a:solidFill>
                  <a:schemeClr val="bg1"/>
                </a:solidFill>
                <a:latin typeface="BR Omega" pitchFamily="2" charset="77"/>
                <a:ea typeface="メイリオ"/>
                <a:cs typeface="Segoe UI" panose="020B0502040204020203" pitchFamily="34" charset="0"/>
              </a:rPr>
              <a:t>Key result </a:t>
            </a:r>
          </a:p>
        </p:txBody>
      </p:sp>
      <p:sp>
        <p:nvSpPr>
          <p:cNvPr id="71" name="テキスト ボックス 28">
            <a:extLst>
              <a:ext uri="{FF2B5EF4-FFF2-40B4-BE49-F238E27FC236}">
                <a16:creationId xmlns:a16="http://schemas.microsoft.com/office/drawing/2014/main" id="{E98B5E7F-93FA-A25B-EE6A-A2DADD1AF381}"/>
              </a:ext>
            </a:extLst>
          </p:cNvPr>
          <p:cNvSpPr txBox="1"/>
          <p:nvPr/>
        </p:nvSpPr>
        <p:spPr>
          <a:xfrm>
            <a:off x="890274" y="4339153"/>
            <a:ext cx="18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1" lang="en-US" altLang="ja-JP" sz="2000" b="1" dirty="0">
                <a:solidFill>
                  <a:schemeClr val="bg1"/>
                </a:solidFill>
                <a:latin typeface="BR Omega" pitchFamily="2" charset="77"/>
                <a:ea typeface="メイリオ"/>
                <a:cs typeface="Segoe UI" panose="020B0502040204020203" pitchFamily="34" charset="0"/>
              </a:rPr>
              <a:t>Key result </a:t>
            </a:r>
          </a:p>
        </p:txBody>
      </p:sp>
      <p:sp>
        <p:nvSpPr>
          <p:cNvPr id="72" name="楕円 35">
            <a:extLst>
              <a:ext uri="{FF2B5EF4-FFF2-40B4-BE49-F238E27FC236}">
                <a16:creationId xmlns:a16="http://schemas.microsoft.com/office/drawing/2014/main" id="{3335E3BB-137B-5999-C8D5-A1F034D548AB}"/>
              </a:ext>
            </a:extLst>
          </p:cNvPr>
          <p:cNvSpPr/>
          <p:nvPr/>
        </p:nvSpPr>
        <p:spPr>
          <a:xfrm>
            <a:off x="3411127" y="3869690"/>
            <a:ext cx="739302" cy="739302"/>
          </a:xfrm>
          <a:prstGeom prst="ellipse">
            <a:avLst/>
          </a:prstGeom>
          <a:solidFill>
            <a:srgbClr val="1922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R Omega" pitchFamily="2" charset="77"/>
                <a:ea typeface="ヒラギノ角ゴ 簡体中文 W3" panose="020B0300000000000000" pitchFamily="34" charset="-128"/>
                <a:cs typeface="Segoe UI" panose="020B0502040204020203" pitchFamily="34" charset="0"/>
              </a:rPr>
              <a:t>KR4</a:t>
            </a:r>
            <a:endParaRPr kumimoji="1" lang="ja-JP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R Omega" pitchFamily="2" charset="77"/>
              <a:ea typeface="ヒラギノ角ゴ 簡体中文 W3" panose="020B03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73" name="楕円 36">
            <a:extLst>
              <a:ext uri="{FF2B5EF4-FFF2-40B4-BE49-F238E27FC236}">
                <a16:creationId xmlns:a16="http://schemas.microsoft.com/office/drawing/2014/main" id="{D663D54C-1795-916B-C07E-328FAF581BF1}"/>
              </a:ext>
            </a:extLst>
          </p:cNvPr>
          <p:cNvSpPr/>
          <p:nvPr/>
        </p:nvSpPr>
        <p:spPr>
          <a:xfrm>
            <a:off x="3317776" y="1170830"/>
            <a:ext cx="739302" cy="739302"/>
          </a:xfrm>
          <a:prstGeom prst="ellipse">
            <a:avLst/>
          </a:prstGeom>
          <a:solidFill>
            <a:srgbClr val="F3712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R Omega" pitchFamily="2" charset="77"/>
                <a:ea typeface="ヒラギノ角ゴ 簡体中文 W3" panose="020B0300000000000000" pitchFamily="34" charset="-128"/>
                <a:cs typeface="Segoe UI" panose="020B0502040204020203" pitchFamily="34" charset="0"/>
              </a:rPr>
              <a:t>KR1</a:t>
            </a:r>
            <a:endParaRPr kumimoji="1" lang="ja-JP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R Omega" pitchFamily="2" charset="77"/>
              <a:ea typeface="ヒラギノ角ゴ 簡体中文 W3" panose="020B03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74" name="テキスト ボックス 17">
            <a:extLst>
              <a:ext uri="{FF2B5EF4-FFF2-40B4-BE49-F238E27FC236}">
                <a16:creationId xmlns:a16="http://schemas.microsoft.com/office/drawing/2014/main" id="{1D19D215-4E95-F731-FA1D-3B9B768EB429}"/>
              </a:ext>
            </a:extLst>
          </p:cNvPr>
          <p:cNvSpPr txBox="1"/>
          <p:nvPr/>
        </p:nvSpPr>
        <p:spPr>
          <a:xfrm>
            <a:off x="4534771" y="1774244"/>
            <a:ext cx="2571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1" i="0" u="none" strike="noStrike" kern="1200" cap="none" spc="0" normalizeH="0" baseline="0" noProof="0" dirty="0">
                <a:ln>
                  <a:noFill/>
                </a:ln>
                <a:solidFill>
                  <a:srgbClr val="19226D"/>
                </a:solidFill>
                <a:effectLst/>
                <a:uLnTx/>
                <a:uFillTx/>
                <a:latin typeface="BR Omega" pitchFamily="2" charset="77"/>
                <a:ea typeface="メイリオ"/>
                <a:cs typeface="Segoe UI" panose="020B0502040204020203" pitchFamily="34" charset="0"/>
              </a:rPr>
              <a:t>Key result </a:t>
            </a:r>
          </a:p>
        </p:txBody>
      </p:sp>
      <p:sp>
        <p:nvSpPr>
          <p:cNvPr id="75" name="楕円 1">
            <a:extLst>
              <a:ext uri="{FF2B5EF4-FFF2-40B4-BE49-F238E27FC236}">
                <a16:creationId xmlns:a16="http://schemas.microsoft.com/office/drawing/2014/main" id="{FEB1E227-495D-94D7-9DDA-ACD0173C23D6}"/>
              </a:ext>
            </a:extLst>
          </p:cNvPr>
          <p:cNvSpPr/>
          <p:nvPr/>
        </p:nvSpPr>
        <p:spPr>
          <a:xfrm>
            <a:off x="10845175" y="1144733"/>
            <a:ext cx="739302" cy="739302"/>
          </a:xfrm>
          <a:prstGeom prst="ellipse">
            <a:avLst/>
          </a:prstGeom>
          <a:solidFill>
            <a:srgbClr val="33B2C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R Omega" pitchFamily="2" charset="77"/>
                <a:ea typeface="ヒラギノ角ゴ 簡体中文 W3" panose="020B0300000000000000" pitchFamily="34" charset="-128"/>
                <a:cs typeface="Segoe UI" panose="020B0502040204020203" pitchFamily="34" charset="0"/>
              </a:rPr>
              <a:t>KR2</a:t>
            </a:r>
            <a:endParaRPr kumimoji="1" lang="ja-JP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R Omega" pitchFamily="2" charset="77"/>
              <a:ea typeface="ヒラギノ角ゴ 簡体中文 W3" panose="020B03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76" name="楕円 39">
            <a:extLst>
              <a:ext uri="{FF2B5EF4-FFF2-40B4-BE49-F238E27FC236}">
                <a16:creationId xmlns:a16="http://schemas.microsoft.com/office/drawing/2014/main" id="{6F417E6E-7BAE-D116-7A23-8433928F2FC3}"/>
              </a:ext>
            </a:extLst>
          </p:cNvPr>
          <p:cNvSpPr/>
          <p:nvPr/>
        </p:nvSpPr>
        <p:spPr>
          <a:xfrm>
            <a:off x="7001105" y="1163082"/>
            <a:ext cx="739302" cy="739302"/>
          </a:xfrm>
          <a:prstGeom prst="ellipse">
            <a:avLst/>
          </a:prstGeom>
          <a:solidFill>
            <a:srgbClr val="1922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R Omega" pitchFamily="2" charset="77"/>
                <a:ea typeface="ヒラギノ角ゴ 簡体中文 W3" panose="020B0300000000000000" pitchFamily="34" charset="-128"/>
                <a:cs typeface="Segoe UI" panose="020B0502040204020203" pitchFamily="34" charset="0"/>
              </a:rPr>
              <a:t>KR3</a:t>
            </a:r>
            <a:endParaRPr kumimoji="1" lang="ja-JP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R Omega" pitchFamily="2" charset="77"/>
              <a:ea typeface="ヒラギノ角ゴ 簡体中文 W3" panose="020B03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77" name="テキスト ボックス 30">
            <a:extLst>
              <a:ext uri="{FF2B5EF4-FFF2-40B4-BE49-F238E27FC236}">
                <a16:creationId xmlns:a16="http://schemas.microsoft.com/office/drawing/2014/main" id="{9D14D0FA-3F4F-AB48-9B24-58CBB3F73F95}"/>
              </a:ext>
            </a:extLst>
          </p:cNvPr>
          <p:cNvSpPr txBox="1"/>
          <p:nvPr/>
        </p:nvSpPr>
        <p:spPr>
          <a:xfrm>
            <a:off x="8259713" y="4379729"/>
            <a:ext cx="18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1" lang="en-US" altLang="ja-JP" sz="2000" b="1" dirty="0">
                <a:solidFill>
                  <a:schemeClr val="bg1"/>
                </a:solidFill>
                <a:latin typeface="BR Omega" pitchFamily="2" charset="77"/>
                <a:ea typeface="メイリオ"/>
                <a:cs typeface="Segoe UI" panose="020B0502040204020203" pitchFamily="34" charset="0"/>
              </a:rPr>
              <a:t>Key result </a:t>
            </a:r>
          </a:p>
        </p:txBody>
      </p:sp>
      <p:sp>
        <p:nvSpPr>
          <p:cNvPr id="78" name="楕円 33">
            <a:extLst>
              <a:ext uri="{FF2B5EF4-FFF2-40B4-BE49-F238E27FC236}">
                <a16:creationId xmlns:a16="http://schemas.microsoft.com/office/drawing/2014/main" id="{73FD9944-8EDB-9DAF-531A-33C2F1482D2B}"/>
              </a:ext>
            </a:extLst>
          </p:cNvPr>
          <p:cNvSpPr/>
          <p:nvPr/>
        </p:nvSpPr>
        <p:spPr>
          <a:xfrm>
            <a:off x="10845175" y="3859593"/>
            <a:ext cx="739302" cy="739302"/>
          </a:xfrm>
          <a:prstGeom prst="ellipse">
            <a:avLst/>
          </a:prstGeom>
          <a:solidFill>
            <a:srgbClr val="1922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R Omega" pitchFamily="2" charset="77"/>
                <a:ea typeface="ヒラギノ角ゴ 簡体中文 W3" panose="020B0300000000000000" pitchFamily="34" charset="-128"/>
                <a:cs typeface="Segoe UI" panose="020B0502040204020203" pitchFamily="34" charset="0"/>
              </a:rPr>
              <a:t>KR4</a:t>
            </a:r>
            <a:endParaRPr kumimoji="1" lang="ja-JP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R Omega" pitchFamily="2" charset="77"/>
              <a:ea typeface="ヒラギノ角ゴ 簡体中文 W3" panose="020B0300000000000000" pitchFamily="34" charset="-128"/>
              <a:cs typeface="Segoe UI" panose="020B0502040204020203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8B4A255-4665-A8FE-662F-4A6E6470C4AE}"/>
              </a:ext>
            </a:extLst>
          </p:cNvPr>
          <p:cNvSpPr/>
          <p:nvPr/>
        </p:nvSpPr>
        <p:spPr>
          <a:xfrm>
            <a:off x="814970" y="2173685"/>
            <a:ext cx="27605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7313" lvl="0">
              <a:defRPr/>
            </a:pP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Lorem ipsum dolor sit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amet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,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consectetur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adipiscing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elit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Etiam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a dui non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nulla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tempor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molestie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6A58B32-5860-6A03-FBD9-CA119823AE91}"/>
              </a:ext>
            </a:extLst>
          </p:cNvPr>
          <p:cNvSpPr/>
          <p:nvPr/>
        </p:nvSpPr>
        <p:spPr>
          <a:xfrm>
            <a:off x="4440268" y="2173685"/>
            <a:ext cx="27605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7313" lvl="0">
              <a:defRPr/>
            </a:pPr>
            <a:r>
              <a:rPr kumimoji="1" lang="en-US" altLang="ja-JP" sz="1600" kern="0" dirty="0">
                <a:solidFill>
                  <a:srgbClr val="19226D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Lorem ipsum dolor sit </a:t>
            </a:r>
            <a:r>
              <a:rPr kumimoji="1" lang="en-US" altLang="ja-JP" sz="1600" kern="0" dirty="0" err="1">
                <a:solidFill>
                  <a:srgbClr val="19226D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amet</a:t>
            </a:r>
            <a:r>
              <a:rPr kumimoji="1" lang="en-US" altLang="ja-JP" sz="1600" kern="0" dirty="0">
                <a:solidFill>
                  <a:srgbClr val="19226D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, </a:t>
            </a:r>
            <a:r>
              <a:rPr kumimoji="1" lang="en-US" altLang="ja-JP" sz="1600" kern="0" dirty="0" err="1">
                <a:solidFill>
                  <a:srgbClr val="19226D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consectetur</a:t>
            </a:r>
            <a:r>
              <a:rPr kumimoji="1" lang="en-US" altLang="ja-JP" sz="1600" kern="0" dirty="0">
                <a:solidFill>
                  <a:srgbClr val="19226D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srgbClr val="19226D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adipiscing</a:t>
            </a:r>
            <a:r>
              <a:rPr kumimoji="1" lang="en-US" altLang="ja-JP" sz="1600" kern="0" dirty="0">
                <a:solidFill>
                  <a:srgbClr val="19226D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srgbClr val="19226D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elit</a:t>
            </a:r>
            <a:r>
              <a:rPr kumimoji="1" lang="en-US" altLang="ja-JP" sz="1600" kern="0" dirty="0">
                <a:solidFill>
                  <a:srgbClr val="19226D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  <a:r>
              <a:rPr kumimoji="1" lang="en-US" altLang="ja-JP" sz="1600" kern="0" dirty="0" err="1">
                <a:solidFill>
                  <a:srgbClr val="19226D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Etiam</a:t>
            </a:r>
            <a:r>
              <a:rPr kumimoji="1" lang="en-US" altLang="ja-JP" sz="1600" kern="0" dirty="0">
                <a:solidFill>
                  <a:srgbClr val="19226D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a dui non </a:t>
            </a:r>
            <a:r>
              <a:rPr kumimoji="1" lang="en-US" altLang="ja-JP" sz="1600" kern="0" dirty="0" err="1">
                <a:solidFill>
                  <a:srgbClr val="19226D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nulla</a:t>
            </a:r>
            <a:r>
              <a:rPr kumimoji="1" lang="en-US" altLang="ja-JP" sz="1600" kern="0" dirty="0">
                <a:solidFill>
                  <a:srgbClr val="19226D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srgbClr val="19226D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tempor</a:t>
            </a:r>
            <a:r>
              <a:rPr kumimoji="1" lang="en-US" altLang="ja-JP" sz="1600" kern="0" dirty="0">
                <a:solidFill>
                  <a:srgbClr val="19226D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srgbClr val="19226D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molestie</a:t>
            </a:r>
            <a:r>
              <a:rPr kumimoji="1" lang="en-US" altLang="ja-JP" sz="1600" kern="0" dirty="0">
                <a:solidFill>
                  <a:srgbClr val="19226D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5531E0B-9E81-796C-02A6-79A09A9D0C76}"/>
              </a:ext>
            </a:extLst>
          </p:cNvPr>
          <p:cNvSpPr/>
          <p:nvPr/>
        </p:nvSpPr>
        <p:spPr>
          <a:xfrm>
            <a:off x="8102926" y="2246499"/>
            <a:ext cx="27605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7313" lvl="0">
              <a:defRPr/>
            </a:pP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Lorem ipsum dolor sit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amet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,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consectetur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adipiscing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elit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Etiam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a dui non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nulla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tempor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molestie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2672262-6E9F-4D6E-9778-170E0BE5A761}"/>
              </a:ext>
            </a:extLst>
          </p:cNvPr>
          <p:cNvSpPr/>
          <p:nvPr/>
        </p:nvSpPr>
        <p:spPr>
          <a:xfrm>
            <a:off x="4455454" y="4823589"/>
            <a:ext cx="27605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7313" lvl="0">
              <a:defRPr/>
            </a:pP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Lorem ipsum dolor sit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amet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,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consectetur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adipiscing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elit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Etiam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a dui non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nulla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tempor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molestie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C460E74-DDBA-5347-A762-DBD3C912CBA2}"/>
              </a:ext>
            </a:extLst>
          </p:cNvPr>
          <p:cNvSpPr/>
          <p:nvPr/>
        </p:nvSpPr>
        <p:spPr>
          <a:xfrm>
            <a:off x="814969" y="4823589"/>
            <a:ext cx="27605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7313" lvl="0">
              <a:defRPr/>
            </a:pP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Lorem ipsum dolor sit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amet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,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consectetur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adipiscing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elit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Etiam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a dui non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nulla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tempor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molestie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5B9FF78-F480-45A9-4EEC-5DD43BD836BF}"/>
              </a:ext>
            </a:extLst>
          </p:cNvPr>
          <p:cNvSpPr/>
          <p:nvPr/>
        </p:nvSpPr>
        <p:spPr>
          <a:xfrm>
            <a:off x="8185826" y="4823589"/>
            <a:ext cx="27605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7313" lvl="0">
              <a:defRPr/>
            </a:pP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Lorem ipsum dolor sit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amet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,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consectetur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adipiscing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elit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Etiam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a dui non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nulla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tempor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 </a:t>
            </a:r>
            <a:r>
              <a:rPr kumimoji="1" lang="en-US" altLang="ja-JP" sz="1600" kern="0" dirty="0" err="1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molestie</a:t>
            </a:r>
            <a:r>
              <a:rPr kumimoji="1" lang="en-US" altLang="ja-JP" sz="1600" kern="0" dirty="0">
                <a:solidFill>
                  <a:prstClr val="white"/>
                </a:solidFill>
                <a:latin typeface="Segoe UI" panose="020B0502040204020203" pitchFamily="34" charset="0"/>
                <a:ea typeface="メイリオ"/>
                <a:cs typeface="Segoe UI" panose="020B0502040204020203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87564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1E927-82DC-2309-1516-B4B538272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E1E9D0-2E5B-E0C4-F1E5-0DE0DE8BF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13</a:t>
            </a:fld>
            <a:endParaRPr lang="x-none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323481F-E7FC-DE9C-069D-F24311BAA98A}"/>
              </a:ext>
            </a:extLst>
          </p:cNvPr>
          <p:cNvCxnSpPr>
            <a:cxnSpLocks/>
          </p:cNvCxnSpPr>
          <p:nvPr/>
        </p:nvCxnSpPr>
        <p:spPr>
          <a:xfrm flipH="1">
            <a:off x="6024730" y="1983996"/>
            <a:ext cx="2" cy="1597475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sp>
        <p:nvSpPr>
          <p:cNvPr id="5" name="Round Diagonal Corner Rectangle 4">
            <a:extLst>
              <a:ext uri="{FF2B5EF4-FFF2-40B4-BE49-F238E27FC236}">
                <a16:creationId xmlns:a16="http://schemas.microsoft.com/office/drawing/2014/main" id="{77867143-4586-871A-C12B-7C78DBE32BE1}"/>
              </a:ext>
            </a:extLst>
          </p:cNvPr>
          <p:cNvSpPr/>
          <p:nvPr/>
        </p:nvSpPr>
        <p:spPr>
          <a:xfrm>
            <a:off x="4609313" y="1150867"/>
            <a:ext cx="2821289" cy="98579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 Diagonal Corner Rectangle 5">
            <a:extLst>
              <a:ext uri="{FF2B5EF4-FFF2-40B4-BE49-F238E27FC236}">
                <a16:creationId xmlns:a16="http://schemas.microsoft.com/office/drawing/2014/main" id="{3992D096-4418-049E-D148-7E5EDBBFD36F}"/>
              </a:ext>
            </a:extLst>
          </p:cNvPr>
          <p:cNvSpPr/>
          <p:nvPr/>
        </p:nvSpPr>
        <p:spPr>
          <a:xfrm>
            <a:off x="4609313" y="2301241"/>
            <a:ext cx="2821289" cy="985795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 Diagonal Corner Rectangle 6">
            <a:extLst>
              <a:ext uri="{FF2B5EF4-FFF2-40B4-BE49-F238E27FC236}">
                <a16:creationId xmlns:a16="http://schemas.microsoft.com/office/drawing/2014/main" id="{6016B00D-F12C-79A7-71DD-7FA19BAB5ED9}"/>
              </a:ext>
            </a:extLst>
          </p:cNvPr>
          <p:cNvSpPr/>
          <p:nvPr/>
        </p:nvSpPr>
        <p:spPr>
          <a:xfrm>
            <a:off x="358595" y="3894067"/>
            <a:ext cx="2688896" cy="98579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 Diagonal Corner Rectangle 7">
            <a:extLst>
              <a:ext uri="{FF2B5EF4-FFF2-40B4-BE49-F238E27FC236}">
                <a16:creationId xmlns:a16="http://schemas.microsoft.com/office/drawing/2014/main" id="{E065C0CF-8707-E1D7-7675-BD8A303D8752}"/>
              </a:ext>
            </a:extLst>
          </p:cNvPr>
          <p:cNvSpPr/>
          <p:nvPr/>
        </p:nvSpPr>
        <p:spPr>
          <a:xfrm>
            <a:off x="3146040" y="3894067"/>
            <a:ext cx="2810650" cy="98579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 Diagonal Corner Rectangle 8">
            <a:extLst>
              <a:ext uri="{FF2B5EF4-FFF2-40B4-BE49-F238E27FC236}">
                <a16:creationId xmlns:a16="http://schemas.microsoft.com/office/drawing/2014/main" id="{87FC419A-6139-7293-27AA-F73848BF8603}"/>
              </a:ext>
            </a:extLst>
          </p:cNvPr>
          <p:cNvSpPr/>
          <p:nvPr/>
        </p:nvSpPr>
        <p:spPr>
          <a:xfrm>
            <a:off x="6110466" y="3894067"/>
            <a:ext cx="2810650" cy="98579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 Diagonal Corner Rectangle 9">
            <a:extLst>
              <a:ext uri="{FF2B5EF4-FFF2-40B4-BE49-F238E27FC236}">
                <a16:creationId xmlns:a16="http://schemas.microsoft.com/office/drawing/2014/main" id="{40D4A180-6B1C-8DB5-F770-44FD5FF0A257}"/>
              </a:ext>
            </a:extLst>
          </p:cNvPr>
          <p:cNvSpPr/>
          <p:nvPr/>
        </p:nvSpPr>
        <p:spPr>
          <a:xfrm>
            <a:off x="9045395" y="3894067"/>
            <a:ext cx="2810650" cy="98579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D87EDD-2989-8D03-FC4A-2BF89F6BF597}"/>
              </a:ext>
            </a:extLst>
          </p:cNvPr>
          <p:cNvCxnSpPr>
            <a:cxnSpLocks/>
          </p:cNvCxnSpPr>
          <p:nvPr/>
        </p:nvCxnSpPr>
        <p:spPr>
          <a:xfrm>
            <a:off x="2174283" y="3593265"/>
            <a:ext cx="7413193" cy="0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DA1B38-F8CA-3B3E-5DC1-EAE1B31C48E9}"/>
              </a:ext>
            </a:extLst>
          </p:cNvPr>
          <p:cNvCxnSpPr>
            <a:cxnSpLocks/>
          </p:cNvCxnSpPr>
          <p:nvPr/>
        </p:nvCxnSpPr>
        <p:spPr>
          <a:xfrm flipV="1">
            <a:off x="2174283" y="3581471"/>
            <a:ext cx="0" cy="257780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A84D593-F5E6-29F7-7311-7893BAE55988}"/>
              </a:ext>
            </a:extLst>
          </p:cNvPr>
          <p:cNvCxnSpPr>
            <a:cxnSpLocks/>
          </p:cNvCxnSpPr>
          <p:nvPr/>
        </p:nvCxnSpPr>
        <p:spPr>
          <a:xfrm flipH="1">
            <a:off x="6019784" y="3585365"/>
            <a:ext cx="9196" cy="1481760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EE45A5-2398-2489-FF5A-3D2B53807DBF}"/>
              </a:ext>
            </a:extLst>
          </p:cNvPr>
          <p:cNvCxnSpPr>
            <a:cxnSpLocks/>
          </p:cNvCxnSpPr>
          <p:nvPr/>
        </p:nvCxnSpPr>
        <p:spPr>
          <a:xfrm flipV="1">
            <a:off x="4578251" y="5059513"/>
            <a:ext cx="2723026" cy="1391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D254C0-7A63-0179-23B8-631F1788B16D}"/>
              </a:ext>
            </a:extLst>
          </p:cNvPr>
          <p:cNvCxnSpPr>
            <a:cxnSpLocks/>
          </p:cNvCxnSpPr>
          <p:nvPr/>
        </p:nvCxnSpPr>
        <p:spPr>
          <a:xfrm flipV="1">
            <a:off x="4578251" y="5060904"/>
            <a:ext cx="0" cy="380308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02FF13D-0B91-4B70-59CA-A1E26864C927}"/>
              </a:ext>
            </a:extLst>
          </p:cNvPr>
          <p:cNvCxnSpPr>
            <a:cxnSpLocks/>
          </p:cNvCxnSpPr>
          <p:nvPr/>
        </p:nvCxnSpPr>
        <p:spPr>
          <a:xfrm flipV="1">
            <a:off x="7301277" y="5067125"/>
            <a:ext cx="0" cy="334723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82BEA8-7B89-685E-8EB9-AB4939725966}"/>
              </a:ext>
            </a:extLst>
          </p:cNvPr>
          <p:cNvCxnSpPr>
            <a:cxnSpLocks/>
          </p:cNvCxnSpPr>
          <p:nvPr/>
        </p:nvCxnSpPr>
        <p:spPr>
          <a:xfrm flipV="1">
            <a:off x="9593873" y="4814116"/>
            <a:ext cx="0" cy="502835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7C3EE2-F597-6E39-1FEC-B2CD091BE8FF}"/>
              </a:ext>
            </a:extLst>
          </p:cNvPr>
          <p:cNvCxnSpPr>
            <a:cxnSpLocks/>
          </p:cNvCxnSpPr>
          <p:nvPr/>
        </p:nvCxnSpPr>
        <p:spPr>
          <a:xfrm flipV="1">
            <a:off x="7411866" y="3589490"/>
            <a:ext cx="0" cy="257780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577E6A8-9947-DC0C-8EDD-D8DDC874A4B1}"/>
              </a:ext>
            </a:extLst>
          </p:cNvPr>
          <p:cNvCxnSpPr>
            <a:cxnSpLocks/>
          </p:cNvCxnSpPr>
          <p:nvPr/>
        </p:nvCxnSpPr>
        <p:spPr>
          <a:xfrm flipV="1">
            <a:off x="3853530" y="3584134"/>
            <a:ext cx="0" cy="257780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2377895-5DEE-F9AB-9F55-30740401040B}"/>
              </a:ext>
            </a:extLst>
          </p:cNvPr>
          <p:cNvGrpSpPr/>
          <p:nvPr/>
        </p:nvGrpSpPr>
        <p:grpSpPr>
          <a:xfrm>
            <a:off x="479993" y="3971449"/>
            <a:ext cx="2357063" cy="832104"/>
            <a:chOff x="479993" y="3971449"/>
            <a:chExt cx="2357063" cy="83210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75DD70-6281-F24D-57A3-A4A85894960C}"/>
                </a:ext>
              </a:extLst>
            </p:cNvPr>
            <p:cNvSpPr txBox="1"/>
            <p:nvPr/>
          </p:nvSpPr>
          <p:spPr>
            <a:xfrm>
              <a:off x="1454826" y="4379401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Position</a:t>
              </a:r>
              <a:endParaRPr kumimoji="0" lang="en-ID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9A27AF-79BF-FE37-2D3D-A25F96865833}"/>
                </a:ext>
              </a:extLst>
            </p:cNvPr>
            <p:cNvSpPr txBox="1"/>
            <p:nvPr/>
          </p:nvSpPr>
          <p:spPr>
            <a:xfrm>
              <a:off x="1454826" y="4102402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To Be hired</a:t>
              </a:r>
              <a:endParaRPr kumimoji="0" lang="en-ID" sz="14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32DBC43-23A8-343D-7067-A4A97B145724}"/>
                </a:ext>
              </a:extLst>
            </p:cNvPr>
            <p:cNvSpPr>
              <a:spLocks/>
            </p:cNvSpPr>
            <p:nvPr/>
          </p:nvSpPr>
          <p:spPr>
            <a:xfrm>
              <a:off x="479993" y="3971449"/>
              <a:ext cx="832104" cy="8321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Vacant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235CCEF-0638-5FEE-D3F1-1F16DDFF91EA}"/>
              </a:ext>
            </a:extLst>
          </p:cNvPr>
          <p:cNvGrpSpPr/>
          <p:nvPr/>
        </p:nvGrpSpPr>
        <p:grpSpPr>
          <a:xfrm>
            <a:off x="4917467" y="1227000"/>
            <a:ext cx="2357063" cy="832104"/>
            <a:chOff x="479993" y="3971449"/>
            <a:chExt cx="2357063" cy="83210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455AEFB-FD20-C1B2-AD43-4249168E7C14}"/>
                </a:ext>
              </a:extLst>
            </p:cNvPr>
            <p:cNvSpPr txBox="1"/>
            <p:nvPr/>
          </p:nvSpPr>
          <p:spPr>
            <a:xfrm>
              <a:off x="1454826" y="4379401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Position</a:t>
              </a:r>
              <a:endParaRPr kumimoji="0" lang="en-ID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414C0FB-01DA-AB69-E3F4-7B7433FB0848}"/>
                </a:ext>
              </a:extLst>
            </p:cNvPr>
            <p:cNvSpPr txBox="1"/>
            <p:nvPr/>
          </p:nvSpPr>
          <p:spPr>
            <a:xfrm>
              <a:off x="1454826" y="4102402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To Be hired</a:t>
              </a:r>
              <a:endParaRPr kumimoji="0" lang="en-ID" sz="14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C5450EF-A2E5-8DC0-6AD9-6267BD47359C}"/>
                </a:ext>
              </a:extLst>
            </p:cNvPr>
            <p:cNvSpPr>
              <a:spLocks/>
            </p:cNvSpPr>
            <p:nvPr/>
          </p:nvSpPr>
          <p:spPr>
            <a:xfrm>
              <a:off x="479993" y="3971449"/>
              <a:ext cx="832104" cy="8321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Vacant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72B8895-74FC-E36D-D085-1AFC5F7CAD25}"/>
              </a:ext>
            </a:extLst>
          </p:cNvPr>
          <p:cNvGrpSpPr/>
          <p:nvPr/>
        </p:nvGrpSpPr>
        <p:grpSpPr>
          <a:xfrm>
            <a:off x="4917467" y="2363270"/>
            <a:ext cx="2357063" cy="832104"/>
            <a:chOff x="479993" y="3971449"/>
            <a:chExt cx="2357063" cy="83210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5232633-EFEF-D606-FFE2-1F4169A8CC03}"/>
                </a:ext>
              </a:extLst>
            </p:cNvPr>
            <p:cNvSpPr txBox="1"/>
            <p:nvPr/>
          </p:nvSpPr>
          <p:spPr>
            <a:xfrm>
              <a:off x="1454826" y="4379401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Position</a:t>
              </a:r>
              <a:endParaRPr kumimoji="0" lang="en-ID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7550A1D-BBCB-296D-2A86-A6DF4EC3C84F}"/>
                </a:ext>
              </a:extLst>
            </p:cNvPr>
            <p:cNvSpPr txBox="1"/>
            <p:nvPr/>
          </p:nvSpPr>
          <p:spPr>
            <a:xfrm>
              <a:off x="1454826" y="4102402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To Be hired</a:t>
              </a:r>
              <a:endParaRPr kumimoji="0" lang="en-ID" sz="14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1DC841B-CD59-0431-220D-FEB932CBEB96}"/>
                </a:ext>
              </a:extLst>
            </p:cNvPr>
            <p:cNvSpPr>
              <a:spLocks/>
            </p:cNvSpPr>
            <p:nvPr/>
          </p:nvSpPr>
          <p:spPr>
            <a:xfrm>
              <a:off x="479993" y="3971449"/>
              <a:ext cx="832104" cy="8321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Vacant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71CF140-BC70-E2A5-DE82-75053782EB5C}"/>
              </a:ext>
            </a:extLst>
          </p:cNvPr>
          <p:cNvGrpSpPr/>
          <p:nvPr/>
        </p:nvGrpSpPr>
        <p:grpSpPr>
          <a:xfrm>
            <a:off x="3508266" y="3963349"/>
            <a:ext cx="2357063" cy="832104"/>
            <a:chOff x="479993" y="3971449"/>
            <a:chExt cx="2357063" cy="83210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F628A59-50E2-7004-BA15-B5B1668626B2}"/>
                </a:ext>
              </a:extLst>
            </p:cNvPr>
            <p:cNvSpPr txBox="1"/>
            <p:nvPr/>
          </p:nvSpPr>
          <p:spPr>
            <a:xfrm>
              <a:off x="1454826" y="4379401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Position</a:t>
              </a:r>
              <a:endParaRPr kumimoji="0" lang="en-ID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4ADD00F-FDDF-D876-F800-84E8CF1AF4CB}"/>
                </a:ext>
              </a:extLst>
            </p:cNvPr>
            <p:cNvSpPr txBox="1"/>
            <p:nvPr/>
          </p:nvSpPr>
          <p:spPr>
            <a:xfrm>
              <a:off x="1454826" y="4102402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To Be hired</a:t>
              </a:r>
              <a:endParaRPr kumimoji="0" lang="en-ID" sz="14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9F0F965-CD9A-641A-CA00-B5EED03B93C4}"/>
                </a:ext>
              </a:extLst>
            </p:cNvPr>
            <p:cNvSpPr>
              <a:spLocks/>
            </p:cNvSpPr>
            <p:nvPr/>
          </p:nvSpPr>
          <p:spPr>
            <a:xfrm>
              <a:off x="479993" y="3971449"/>
              <a:ext cx="832104" cy="8321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Vacant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9D31679-2E5F-C037-069E-1DEDB42ABAB1}"/>
              </a:ext>
            </a:extLst>
          </p:cNvPr>
          <p:cNvGrpSpPr/>
          <p:nvPr/>
        </p:nvGrpSpPr>
        <p:grpSpPr>
          <a:xfrm>
            <a:off x="6469551" y="3963349"/>
            <a:ext cx="2357063" cy="832104"/>
            <a:chOff x="479993" y="3971449"/>
            <a:chExt cx="2357063" cy="832104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C7CAE95-768D-FA32-4430-6D8DDD4CB8CA}"/>
                </a:ext>
              </a:extLst>
            </p:cNvPr>
            <p:cNvSpPr txBox="1"/>
            <p:nvPr/>
          </p:nvSpPr>
          <p:spPr>
            <a:xfrm>
              <a:off x="1454826" y="4379401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Position</a:t>
              </a:r>
              <a:endParaRPr kumimoji="0" lang="en-ID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EEFBCB6-432A-2B19-D016-607164D08C6E}"/>
                </a:ext>
              </a:extLst>
            </p:cNvPr>
            <p:cNvSpPr txBox="1"/>
            <p:nvPr/>
          </p:nvSpPr>
          <p:spPr>
            <a:xfrm>
              <a:off x="1454826" y="4102402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To Be hired</a:t>
              </a:r>
              <a:endParaRPr kumimoji="0" lang="en-ID" sz="14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C5BD838-7083-E3F7-72D2-1776F18C42F9}"/>
                </a:ext>
              </a:extLst>
            </p:cNvPr>
            <p:cNvSpPr>
              <a:spLocks/>
            </p:cNvSpPr>
            <p:nvPr/>
          </p:nvSpPr>
          <p:spPr>
            <a:xfrm>
              <a:off x="479993" y="3971449"/>
              <a:ext cx="832104" cy="8321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Vacant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E9A9843-C0D3-80FC-0011-1B7C7E7B5737}"/>
              </a:ext>
            </a:extLst>
          </p:cNvPr>
          <p:cNvGrpSpPr/>
          <p:nvPr/>
        </p:nvGrpSpPr>
        <p:grpSpPr>
          <a:xfrm>
            <a:off x="9354944" y="3949883"/>
            <a:ext cx="2357063" cy="832104"/>
            <a:chOff x="479993" y="3971449"/>
            <a:chExt cx="2357063" cy="832104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DA5B137-2FBD-2760-8811-68AB75399B93}"/>
                </a:ext>
              </a:extLst>
            </p:cNvPr>
            <p:cNvSpPr txBox="1"/>
            <p:nvPr/>
          </p:nvSpPr>
          <p:spPr>
            <a:xfrm>
              <a:off x="1454826" y="4379401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Position</a:t>
              </a:r>
              <a:endParaRPr kumimoji="0" lang="en-ID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03692F2-85AF-5DF0-4537-15736CC2957C}"/>
                </a:ext>
              </a:extLst>
            </p:cNvPr>
            <p:cNvSpPr txBox="1"/>
            <p:nvPr/>
          </p:nvSpPr>
          <p:spPr>
            <a:xfrm>
              <a:off x="1454826" y="4102402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To Be hired</a:t>
              </a:r>
              <a:endParaRPr kumimoji="0" lang="en-ID" sz="14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E8B9DC0-34C8-5BDA-B18E-2234A8345585}"/>
                </a:ext>
              </a:extLst>
            </p:cNvPr>
            <p:cNvSpPr>
              <a:spLocks/>
            </p:cNvSpPr>
            <p:nvPr/>
          </p:nvSpPr>
          <p:spPr>
            <a:xfrm>
              <a:off x="479993" y="3971449"/>
              <a:ext cx="832104" cy="8321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Vacant</a:t>
              </a:r>
            </a:p>
          </p:txBody>
        </p: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E74EEB0-EAD9-E692-9042-F592FBBF044A}"/>
              </a:ext>
            </a:extLst>
          </p:cNvPr>
          <p:cNvCxnSpPr>
            <a:cxnSpLocks/>
          </p:cNvCxnSpPr>
          <p:nvPr/>
        </p:nvCxnSpPr>
        <p:spPr>
          <a:xfrm flipV="1">
            <a:off x="9583068" y="3581471"/>
            <a:ext cx="0" cy="257780"/>
          </a:xfrm>
          <a:prstGeom prst="line">
            <a:avLst/>
          </a:prstGeom>
          <a:noFill/>
          <a:ln w="19050" cap="flat" cmpd="sng" algn="ctr">
            <a:solidFill>
              <a:srgbClr val="50B848"/>
            </a:solidFill>
            <a:prstDash val="solid"/>
            <a:miter lim="800000"/>
            <a:headEnd type="none"/>
            <a:tailEnd type="none"/>
          </a:ln>
          <a:effectLst/>
        </p:spPr>
      </p:cxnSp>
      <p:sp>
        <p:nvSpPr>
          <p:cNvPr id="45" name="Round Diagonal Corner Rectangle 44">
            <a:extLst>
              <a:ext uri="{FF2B5EF4-FFF2-40B4-BE49-F238E27FC236}">
                <a16:creationId xmlns:a16="http://schemas.microsoft.com/office/drawing/2014/main" id="{163524AA-C6EA-11DE-A23C-DF3FD53E673C}"/>
              </a:ext>
            </a:extLst>
          </p:cNvPr>
          <p:cNvSpPr/>
          <p:nvPr/>
        </p:nvSpPr>
        <p:spPr>
          <a:xfrm>
            <a:off x="6008776" y="5313407"/>
            <a:ext cx="2810650" cy="98579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CAD31E9-4B0E-775A-C535-8B0D56ACC9E3}"/>
              </a:ext>
            </a:extLst>
          </p:cNvPr>
          <p:cNvGrpSpPr/>
          <p:nvPr/>
        </p:nvGrpSpPr>
        <p:grpSpPr>
          <a:xfrm>
            <a:off x="6367861" y="5382689"/>
            <a:ext cx="2357063" cy="832104"/>
            <a:chOff x="479993" y="3971449"/>
            <a:chExt cx="2357063" cy="83210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1334048-0480-0B66-75E6-441320800DEB}"/>
                </a:ext>
              </a:extLst>
            </p:cNvPr>
            <p:cNvSpPr txBox="1"/>
            <p:nvPr/>
          </p:nvSpPr>
          <p:spPr>
            <a:xfrm>
              <a:off x="1454826" y="4379401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Position</a:t>
              </a:r>
              <a:endParaRPr kumimoji="0" lang="en-ID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4BA3962-4839-5575-2ABA-6E7F7E646E25}"/>
                </a:ext>
              </a:extLst>
            </p:cNvPr>
            <p:cNvSpPr txBox="1"/>
            <p:nvPr/>
          </p:nvSpPr>
          <p:spPr>
            <a:xfrm>
              <a:off x="1454826" y="4102402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To Be hired</a:t>
              </a:r>
              <a:endParaRPr kumimoji="0" lang="en-ID" sz="14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F5CFB90-68FB-3602-EB5C-89B33520B27D}"/>
                </a:ext>
              </a:extLst>
            </p:cNvPr>
            <p:cNvSpPr>
              <a:spLocks/>
            </p:cNvSpPr>
            <p:nvPr/>
          </p:nvSpPr>
          <p:spPr>
            <a:xfrm>
              <a:off x="479993" y="3971449"/>
              <a:ext cx="832104" cy="8321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Vacant</a:t>
              </a:r>
            </a:p>
          </p:txBody>
        </p:sp>
      </p:grpSp>
      <p:sp>
        <p:nvSpPr>
          <p:cNvPr id="50" name="Round Diagonal Corner Rectangle 49">
            <a:extLst>
              <a:ext uri="{FF2B5EF4-FFF2-40B4-BE49-F238E27FC236}">
                <a16:creationId xmlns:a16="http://schemas.microsoft.com/office/drawing/2014/main" id="{0227D58E-2A96-C5F5-3709-F3A9BACD20C6}"/>
              </a:ext>
            </a:extLst>
          </p:cNvPr>
          <p:cNvSpPr/>
          <p:nvPr/>
        </p:nvSpPr>
        <p:spPr>
          <a:xfrm>
            <a:off x="2921063" y="5321410"/>
            <a:ext cx="2810650" cy="98579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489507E-E9D7-ACE7-2BD5-A90FF4CD96CA}"/>
              </a:ext>
            </a:extLst>
          </p:cNvPr>
          <p:cNvGrpSpPr/>
          <p:nvPr/>
        </p:nvGrpSpPr>
        <p:grpSpPr>
          <a:xfrm>
            <a:off x="3280148" y="5390692"/>
            <a:ext cx="2357063" cy="832104"/>
            <a:chOff x="479993" y="3971449"/>
            <a:chExt cx="2357063" cy="832104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50DB40C-4AB3-8527-7D65-E0317503CF6E}"/>
                </a:ext>
              </a:extLst>
            </p:cNvPr>
            <p:cNvSpPr txBox="1"/>
            <p:nvPr/>
          </p:nvSpPr>
          <p:spPr>
            <a:xfrm>
              <a:off x="1454826" y="4379401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Position</a:t>
              </a:r>
              <a:endParaRPr kumimoji="0" lang="en-ID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F19556D-86ED-E581-0F58-EAC82B887341}"/>
                </a:ext>
              </a:extLst>
            </p:cNvPr>
            <p:cNvSpPr txBox="1"/>
            <p:nvPr/>
          </p:nvSpPr>
          <p:spPr>
            <a:xfrm>
              <a:off x="1454826" y="4102402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To Be hired</a:t>
              </a:r>
              <a:endParaRPr kumimoji="0" lang="en-ID" sz="14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373F6B8-16DF-E82D-A2C4-B8591AC6A706}"/>
                </a:ext>
              </a:extLst>
            </p:cNvPr>
            <p:cNvSpPr>
              <a:spLocks/>
            </p:cNvSpPr>
            <p:nvPr/>
          </p:nvSpPr>
          <p:spPr>
            <a:xfrm>
              <a:off x="479993" y="3971449"/>
              <a:ext cx="832104" cy="8321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Vacant</a:t>
              </a:r>
            </a:p>
          </p:txBody>
        </p:sp>
      </p:grpSp>
      <p:sp>
        <p:nvSpPr>
          <p:cNvPr id="55" name="Round Diagonal Corner Rectangle 54">
            <a:extLst>
              <a:ext uri="{FF2B5EF4-FFF2-40B4-BE49-F238E27FC236}">
                <a16:creationId xmlns:a16="http://schemas.microsoft.com/office/drawing/2014/main" id="{2B1B79DD-B767-536A-6029-542A513317B6}"/>
              </a:ext>
            </a:extLst>
          </p:cNvPr>
          <p:cNvSpPr/>
          <p:nvPr/>
        </p:nvSpPr>
        <p:spPr>
          <a:xfrm>
            <a:off x="9045395" y="5313407"/>
            <a:ext cx="2810650" cy="98579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AAAA5D0-C62F-BF35-6341-7E1140D3E056}"/>
              </a:ext>
            </a:extLst>
          </p:cNvPr>
          <p:cNvGrpSpPr/>
          <p:nvPr/>
        </p:nvGrpSpPr>
        <p:grpSpPr>
          <a:xfrm>
            <a:off x="9404480" y="5382689"/>
            <a:ext cx="2357063" cy="832104"/>
            <a:chOff x="479993" y="3971449"/>
            <a:chExt cx="2357063" cy="832104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C8EC38A-D5B7-9CAC-474D-7B87205F19E5}"/>
                </a:ext>
              </a:extLst>
            </p:cNvPr>
            <p:cNvSpPr txBox="1"/>
            <p:nvPr/>
          </p:nvSpPr>
          <p:spPr>
            <a:xfrm>
              <a:off x="1454826" y="4379401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Position</a:t>
              </a:r>
              <a:endParaRPr kumimoji="0" lang="en-ID" sz="14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8D28330-A30A-00D2-B038-F25EA3B44879}"/>
                </a:ext>
              </a:extLst>
            </p:cNvPr>
            <p:cNvSpPr txBox="1"/>
            <p:nvPr/>
          </p:nvSpPr>
          <p:spPr>
            <a:xfrm>
              <a:off x="1454826" y="4102402"/>
              <a:ext cx="1382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To Be hired</a:t>
              </a:r>
              <a:endParaRPr kumimoji="0" lang="en-ID" sz="14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E2A5E99-30B9-5A30-F5C4-101ADD561491}"/>
                </a:ext>
              </a:extLst>
            </p:cNvPr>
            <p:cNvSpPr>
              <a:spLocks/>
            </p:cNvSpPr>
            <p:nvPr/>
          </p:nvSpPr>
          <p:spPr>
            <a:xfrm>
              <a:off x="479993" y="3971449"/>
              <a:ext cx="832104" cy="8321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Vacant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010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85ED8C14-1063-8544-A9BB-1EA813D604BF}"/>
              </a:ext>
            </a:extLst>
          </p:cNvPr>
          <p:cNvSpPr txBox="1">
            <a:spLocks/>
          </p:cNvSpPr>
          <p:nvPr/>
        </p:nvSpPr>
        <p:spPr>
          <a:xfrm>
            <a:off x="683272" y="1823781"/>
            <a:ext cx="3450057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Etiam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dui non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molestie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Phasellus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tincidunt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tellus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sit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265CF052-4C87-9141-95B2-58D5AAF4F5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7416307"/>
              </p:ext>
            </p:extLst>
          </p:nvPr>
        </p:nvGraphicFramePr>
        <p:xfrm>
          <a:off x="4716660" y="1420958"/>
          <a:ext cx="7394267" cy="49295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C1AC158-45C1-0040-9131-23075FBE6A92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DFBB27F-FA30-F846-94D9-F8AD8F8A5AD5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3EA2F05-BF17-684F-AC5F-5889BD80AA83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803DBEA-DD6E-EA4D-B036-AC15753987CF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B8F17C5-7DE7-134E-9E49-7FD4FD54D623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9AA1325-CB52-A346-B376-300719B9A9D4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BD7DA4-E5A7-7B48-AF58-4AD57647C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56689B-9669-ED46-A1A3-89C4AFEA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45838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85ED8C14-1063-8544-A9BB-1EA813D604BF}"/>
              </a:ext>
            </a:extLst>
          </p:cNvPr>
          <p:cNvSpPr txBox="1">
            <a:spLocks/>
          </p:cNvSpPr>
          <p:nvPr/>
        </p:nvSpPr>
        <p:spPr>
          <a:xfrm>
            <a:off x="683272" y="1823781"/>
            <a:ext cx="3450057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Etiam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dui non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molestie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Phasellus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tincidunt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tellus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sit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A50569F-9701-214D-B702-B90B84A213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3657685"/>
              </p:ext>
            </p:extLst>
          </p:nvPr>
        </p:nvGraphicFramePr>
        <p:xfrm>
          <a:off x="4544419" y="1461336"/>
          <a:ext cx="7394267" cy="49295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BC5EA7-BCEB-FF40-8E48-3C2082EEA327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F1B12F2-96CE-E746-95FF-5918E5145BFC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8405994-D8EE-0443-A4B6-C502B156D652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83F87A8-D2B3-E848-ABEA-CB02ABBED7C2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D1EE570-5CEC-804C-8C33-DE5CA36ECDA2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E172443-9AAB-A546-B7C3-A6B520178B09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8DB58A-F18D-AF43-9543-0E1CF80FD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93AEC6-4318-7449-AEEF-B3D19E56F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11528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17B1-9B99-0EB2-EBAC-8A773A74C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2B6F8D-A1BC-D253-AE6F-FC005D914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16</a:t>
            </a:fld>
            <a:endParaRPr lang="x-none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C3C8ED8-45A6-89D0-E8E7-5F9396E536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0889717"/>
              </p:ext>
            </p:extLst>
          </p:nvPr>
        </p:nvGraphicFramePr>
        <p:xfrm>
          <a:off x="5183990" y="1139603"/>
          <a:ext cx="6724725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0181FB83-FE27-5DB3-80FF-B49AB7594AD9}"/>
              </a:ext>
            </a:extLst>
          </p:cNvPr>
          <p:cNvSpPr txBox="1">
            <a:spLocks/>
          </p:cNvSpPr>
          <p:nvPr/>
        </p:nvSpPr>
        <p:spPr>
          <a:xfrm>
            <a:off x="952214" y="1900498"/>
            <a:ext cx="4964492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Etiam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dui non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nulla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molestie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Phasellus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tincidunt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tellus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sit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0146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17B1-9B99-0EB2-EBAC-8A773A74C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2B6F8D-A1BC-D253-AE6F-FC005D914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17</a:t>
            </a:fld>
            <a:endParaRPr lang="x-none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0181FB83-FE27-5DB3-80FF-B49AB7594AD9}"/>
              </a:ext>
            </a:extLst>
          </p:cNvPr>
          <p:cNvSpPr txBox="1">
            <a:spLocks/>
          </p:cNvSpPr>
          <p:nvPr/>
        </p:nvSpPr>
        <p:spPr>
          <a:xfrm>
            <a:off x="952214" y="1900498"/>
            <a:ext cx="4964492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Etiam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dui non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nulla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molestie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Phasellus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tincidunt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tellus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sit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A41CADD-E24D-A9EF-721F-493B042001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7141722"/>
              </p:ext>
            </p:extLst>
          </p:nvPr>
        </p:nvGraphicFramePr>
        <p:xfrm>
          <a:off x="5183990" y="1139603"/>
          <a:ext cx="6724725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03753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9EE11F5-2ED5-C342-8444-99494C5A96F5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2D97DF2-F492-2141-9F75-95E01ADBD2E2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0CB8DFC-8EAD-7146-9DA2-DCE69E9D8A31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188E7A0-5D28-C24B-8977-5C0BED8C3B3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050812C-61EE-F94F-9165-8D99B7B2BD81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1BB22BE-C1D9-FB48-AF8B-7D2B244C7D9E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86BD777-1EB1-A84D-9E49-F07118973A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2169386"/>
              </p:ext>
            </p:extLst>
          </p:nvPr>
        </p:nvGraphicFramePr>
        <p:xfrm>
          <a:off x="5183990" y="1139603"/>
          <a:ext cx="6724725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8328A761-9FB9-E744-B6AB-D407612EA235}"/>
              </a:ext>
            </a:extLst>
          </p:cNvPr>
          <p:cNvSpPr txBox="1">
            <a:spLocks/>
          </p:cNvSpPr>
          <p:nvPr/>
        </p:nvSpPr>
        <p:spPr>
          <a:xfrm>
            <a:off x="952214" y="1900498"/>
            <a:ext cx="4964492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Etiam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dui non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nulla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molestie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Phasellus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tincidunt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tellus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sit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EF7BFE8-99B0-034C-8718-A9C66176E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105247"/>
              </p:ext>
            </p:extLst>
          </p:nvPr>
        </p:nvGraphicFramePr>
        <p:xfrm>
          <a:off x="508456" y="1185129"/>
          <a:ext cx="11175086" cy="5249693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565926">
                  <a:extLst>
                    <a:ext uri="{9D8B030D-6E8A-4147-A177-3AD203B41FA5}">
                      <a16:colId xmlns:a16="http://schemas.microsoft.com/office/drawing/2014/main" val="829631018"/>
                    </a:ext>
                  </a:extLst>
                </a:gridCol>
                <a:gridCol w="1591100">
                  <a:extLst>
                    <a:ext uri="{9D8B030D-6E8A-4147-A177-3AD203B41FA5}">
                      <a16:colId xmlns:a16="http://schemas.microsoft.com/office/drawing/2014/main" val="1872138302"/>
                    </a:ext>
                  </a:extLst>
                </a:gridCol>
                <a:gridCol w="4985435">
                  <a:extLst>
                    <a:ext uri="{9D8B030D-6E8A-4147-A177-3AD203B41FA5}">
                      <a16:colId xmlns:a16="http://schemas.microsoft.com/office/drawing/2014/main" val="892686315"/>
                    </a:ext>
                  </a:extLst>
                </a:gridCol>
                <a:gridCol w="1751267">
                  <a:extLst>
                    <a:ext uri="{9D8B030D-6E8A-4147-A177-3AD203B41FA5}">
                      <a16:colId xmlns:a16="http://schemas.microsoft.com/office/drawing/2014/main" val="3814847294"/>
                    </a:ext>
                  </a:extLst>
                </a:gridCol>
                <a:gridCol w="2281358">
                  <a:extLst>
                    <a:ext uri="{9D8B030D-6E8A-4147-A177-3AD203B41FA5}">
                      <a16:colId xmlns:a16="http://schemas.microsoft.com/office/drawing/2014/main" val="4221267490"/>
                    </a:ext>
                  </a:extLst>
                </a:gridCol>
              </a:tblGrid>
              <a:tr h="283167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>
                          <a:solidFill>
                            <a:schemeClr val="bg1"/>
                          </a:solidFill>
                        </a:rPr>
                        <a:t>Plan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/>
                        <a:t>Performance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Activities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E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>
                          <a:solidFill>
                            <a:schemeClr val="bg1"/>
                          </a:solidFill>
                        </a:rPr>
                        <a:t>Progress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4E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39935"/>
                  </a:ext>
                </a:extLst>
              </a:tr>
              <a:tr h="196223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O1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B2C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Title 1 </a:t>
                      </a:r>
                      <a:endPara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B2C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85%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B2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241374"/>
                  </a:ext>
                </a:extLst>
              </a:tr>
              <a:tr h="1158410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KR1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>
                          <a:solidFill>
                            <a:schemeClr val="accent5"/>
                          </a:solidFill>
                        </a:rPr>
                        <a:t>akaMeet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>
                          <a:solidFill>
                            <a:schemeClr val="accent5"/>
                          </a:solidFill>
                        </a:rPr>
                        <a:t>akaMES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>
                          <a:solidFill>
                            <a:schemeClr val="accent5"/>
                          </a:solidFill>
                        </a:rPr>
                        <a:t>akaAT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>
                          <a:solidFill>
                            <a:schemeClr val="accent5"/>
                          </a:solidFill>
                        </a:rPr>
                        <a:t>CrystalSound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>
                          <a:solidFill>
                            <a:schemeClr val="accent5"/>
                          </a:solidFill>
                        </a:rPr>
                        <a:t>Aviation</a:t>
                      </a:r>
                      <a:endParaRPr lang="en-GB" sz="1000" baseline="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33B2C1"/>
                          </a:solidFill>
                        </a:rPr>
                        <a:t>91%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rgbClr val="33B2C1"/>
                          </a:solidFill>
                        </a:rPr>
                        <a:t>(10/11)</a:t>
                      </a:r>
                      <a:endParaRPr lang="en-US" sz="1400" b="1" dirty="0">
                        <a:solidFill>
                          <a:srgbClr val="33B2C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53647"/>
                  </a:ext>
                </a:extLst>
              </a:tr>
              <a:tr h="100395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KR2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Manufacturing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Automotive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Cloud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Aviation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Logistics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33B2C1"/>
                          </a:solidFill>
                        </a:rPr>
                        <a:t>100%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rgbClr val="33B2C1"/>
                          </a:solidFill>
                        </a:rPr>
                        <a:t>(11/11)</a:t>
                      </a:r>
                      <a:endParaRPr lang="en-US" sz="1400" b="1" dirty="0">
                        <a:solidFill>
                          <a:srgbClr val="33B2C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225492"/>
                  </a:ext>
                </a:extLst>
              </a:tr>
              <a:tr h="540591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KR3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akaAT</a:t>
                      </a: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CrystalSound</a:t>
                      </a:r>
                      <a:endParaRPr lang="en-GB" sz="1000" baseline="0" dirty="0">
                        <a:solidFill>
                          <a:schemeClr val="accent5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Aviation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33B2C1"/>
                          </a:solidFill>
                        </a:rPr>
                        <a:t>66%</a:t>
                      </a:r>
                      <a:endParaRPr lang="en-US" sz="1400" b="1" dirty="0">
                        <a:solidFill>
                          <a:srgbClr val="33B2C1"/>
                        </a:solidFill>
                      </a:endParaRPr>
                    </a:p>
                    <a:p>
                      <a:pPr algn="ctr"/>
                      <a:r>
                        <a:rPr lang="en-GB" sz="1400" b="1" dirty="0">
                          <a:solidFill>
                            <a:srgbClr val="33B2C1"/>
                          </a:solidFill>
                        </a:rPr>
                        <a:t>(2/3)</a:t>
                      </a:r>
                      <a:endParaRPr lang="en-US" sz="1400" b="1" dirty="0">
                        <a:solidFill>
                          <a:srgbClr val="33B2C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774373"/>
                  </a:ext>
                </a:extLst>
              </a:tr>
              <a:tr h="30997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O2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B2C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Title 2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B2C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125%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B2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316956"/>
                  </a:ext>
                </a:extLst>
              </a:tr>
              <a:tr h="540591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KR1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 </a:t>
                      </a: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akaAT</a:t>
                      </a: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CrystalSound</a:t>
                      </a:r>
                      <a:endParaRPr lang="en-GB" sz="1000" baseline="0" dirty="0">
                        <a:solidFill>
                          <a:schemeClr val="accent5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Aviation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  <a:p>
                      <a:pPr algn="l"/>
                      <a:endParaRPr lang="en-US" sz="1000" b="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baseline="0" dirty="0">
                          <a:solidFill>
                            <a:srgbClr val="33B2C1"/>
                          </a:solidFill>
                        </a:rPr>
                        <a:t>100%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baseline="0" dirty="0">
                          <a:solidFill>
                            <a:srgbClr val="33B2C1"/>
                          </a:solidFill>
                        </a:rPr>
                        <a:t>(15/15)</a:t>
                      </a:r>
                      <a:endParaRPr lang="en-US" sz="1400" b="1" baseline="0" dirty="0">
                        <a:solidFill>
                          <a:srgbClr val="33B2C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736453"/>
                  </a:ext>
                </a:extLst>
              </a:tr>
              <a:tr h="540591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KR2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akaAT</a:t>
                      </a: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CrystalSound</a:t>
                      </a:r>
                      <a:endParaRPr lang="en-GB" sz="1000" baseline="0" dirty="0">
                        <a:solidFill>
                          <a:schemeClr val="accent5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Aviation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Cloud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Aviation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Logistics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  <a:p>
                      <a:pPr algn="l"/>
                      <a:endParaRPr lang="en-US" sz="1000" b="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33B2C1"/>
                          </a:solidFill>
                        </a:rPr>
                        <a:t>150%</a:t>
                      </a:r>
                      <a:endParaRPr lang="en-US" sz="1400" b="1" dirty="0">
                        <a:solidFill>
                          <a:srgbClr val="33B2C1"/>
                        </a:solidFill>
                      </a:endParaRPr>
                    </a:p>
                    <a:p>
                      <a:pPr algn="ctr"/>
                      <a:r>
                        <a:rPr lang="en-GB" sz="1400" b="1" dirty="0">
                          <a:solidFill>
                            <a:srgbClr val="33B2C1"/>
                          </a:solidFill>
                        </a:rPr>
                        <a:t>(6/4)</a:t>
                      </a:r>
                      <a:endParaRPr lang="en-US" sz="1400" b="1" dirty="0">
                        <a:solidFill>
                          <a:srgbClr val="33B2C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614570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6FB9B2D9-F103-7E49-9BEF-782EA3D75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9E0E61-9F50-8A48-8250-81DDECF8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85539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9EE11F5-2ED5-C342-8444-99494C5A96F5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2D97DF2-F492-2141-9F75-95E01ADBD2E2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0CB8DFC-8EAD-7146-9DA2-DCE69E9D8A31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188E7A0-5D28-C24B-8977-5C0BED8C3B3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050812C-61EE-F94F-9165-8D99B7B2BD81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1BB22BE-C1D9-FB48-AF8B-7D2B244C7D9E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86BD777-1EB1-A84D-9E49-F07118973AB7}"/>
              </a:ext>
            </a:extLst>
          </p:cNvPr>
          <p:cNvGraphicFramePr/>
          <p:nvPr/>
        </p:nvGraphicFramePr>
        <p:xfrm>
          <a:off x="5183990" y="1139603"/>
          <a:ext cx="6724725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8328A761-9FB9-E744-B6AB-D407612EA235}"/>
              </a:ext>
            </a:extLst>
          </p:cNvPr>
          <p:cNvSpPr txBox="1">
            <a:spLocks/>
          </p:cNvSpPr>
          <p:nvPr/>
        </p:nvSpPr>
        <p:spPr>
          <a:xfrm>
            <a:off x="952214" y="1900498"/>
            <a:ext cx="4964492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Etiam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dui non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nulla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molestie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Phasellus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tincidunt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tellus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sit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EF7BFE8-99B0-034C-8718-A9C66176E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979437"/>
              </p:ext>
            </p:extLst>
          </p:nvPr>
        </p:nvGraphicFramePr>
        <p:xfrm>
          <a:off x="508456" y="1185129"/>
          <a:ext cx="11175086" cy="5249693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565926">
                  <a:extLst>
                    <a:ext uri="{9D8B030D-6E8A-4147-A177-3AD203B41FA5}">
                      <a16:colId xmlns:a16="http://schemas.microsoft.com/office/drawing/2014/main" val="829631018"/>
                    </a:ext>
                  </a:extLst>
                </a:gridCol>
                <a:gridCol w="1591100">
                  <a:extLst>
                    <a:ext uri="{9D8B030D-6E8A-4147-A177-3AD203B41FA5}">
                      <a16:colId xmlns:a16="http://schemas.microsoft.com/office/drawing/2014/main" val="1872138302"/>
                    </a:ext>
                  </a:extLst>
                </a:gridCol>
                <a:gridCol w="4985435">
                  <a:extLst>
                    <a:ext uri="{9D8B030D-6E8A-4147-A177-3AD203B41FA5}">
                      <a16:colId xmlns:a16="http://schemas.microsoft.com/office/drawing/2014/main" val="892686315"/>
                    </a:ext>
                  </a:extLst>
                </a:gridCol>
                <a:gridCol w="1751267">
                  <a:extLst>
                    <a:ext uri="{9D8B030D-6E8A-4147-A177-3AD203B41FA5}">
                      <a16:colId xmlns:a16="http://schemas.microsoft.com/office/drawing/2014/main" val="3814847294"/>
                    </a:ext>
                  </a:extLst>
                </a:gridCol>
                <a:gridCol w="2281358">
                  <a:extLst>
                    <a:ext uri="{9D8B030D-6E8A-4147-A177-3AD203B41FA5}">
                      <a16:colId xmlns:a16="http://schemas.microsoft.com/office/drawing/2014/main" val="4221267490"/>
                    </a:ext>
                  </a:extLst>
                </a:gridCol>
              </a:tblGrid>
              <a:tr h="283167">
                <a:tc>
                  <a:txBody>
                    <a:bodyPr/>
                    <a:lstStyle/>
                    <a:p>
                      <a:pPr algn="ctr"/>
                      <a:endParaRPr lang="en-US" sz="9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>
                          <a:solidFill>
                            <a:schemeClr val="bg1"/>
                          </a:solidFill>
                        </a:rPr>
                        <a:t>Plan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/>
                        <a:t>Performance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Activities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>
                          <a:solidFill>
                            <a:schemeClr val="bg1"/>
                          </a:solidFill>
                        </a:rPr>
                        <a:t>Progress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39935"/>
                  </a:ext>
                </a:extLst>
              </a:tr>
              <a:tr h="196223">
                <a:tc>
                  <a:txBody>
                    <a:bodyPr/>
                    <a:lstStyle/>
                    <a:p>
                      <a:r>
                        <a:rPr lang="en-GB" sz="1400" b="1" dirty="0">
                          <a:solidFill>
                            <a:schemeClr val="bg1"/>
                          </a:solidFill>
                        </a:rPr>
                        <a:t>O1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12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n-lt"/>
                        </a:rPr>
                        <a:t>Title 1 </a:t>
                      </a:r>
                      <a:endPara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12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85%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241374"/>
                  </a:ext>
                </a:extLst>
              </a:tr>
              <a:tr h="1158410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KR1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>
                          <a:solidFill>
                            <a:schemeClr val="accent5"/>
                          </a:solidFill>
                        </a:rPr>
                        <a:t>akaMeet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>
                          <a:solidFill>
                            <a:schemeClr val="accent5"/>
                          </a:solidFill>
                        </a:rPr>
                        <a:t>akaMES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>
                          <a:solidFill>
                            <a:schemeClr val="accent5"/>
                          </a:solidFill>
                        </a:rPr>
                        <a:t>akaAT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>
                          <a:solidFill>
                            <a:schemeClr val="accent5"/>
                          </a:solidFill>
                        </a:rPr>
                        <a:t>CrystalSound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>
                          <a:solidFill>
                            <a:schemeClr val="accent5"/>
                          </a:solidFill>
                        </a:rPr>
                        <a:t>Aviation</a:t>
                      </a:r>
                      <a:endParaRPr lang="en-GB" sz="1000" baseline="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F37121"/>
                          </a:solidFill>
                        </a:rPr>
                        <a:t>91%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rgbClr val="F37121"/>
                          </a:solidFill>
                        </a:rPr>
                        <a:t>(10/11)</a:t>
                      </a:r>
                      <a:endParaRPr lang="en-US" sz="1400" b="1" dirty="0">
                        <a:solidFill>
                          <a:srgbClr val="F3712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53647"/>
                  </a:ext>
                </a:extLst>
              </a:tr>
              <a:tr h="1003956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KR2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Manufacturing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Automotive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Cloud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Aviation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Logistics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F37121"/>
                          </a:solidFill>
                        </a:rPr>
                        <a:t>100%</a:t>
                      </a:r>
                    </a:p>
                    <a:p>
                      <a:pPr algn="ctr"/>
                      <a:r>
                        <a:rPr lang="en-GB" sz="1400" b="1" dirty="0">
                          <a:solidFill>
                            <a:srgbClr val="F37121"/>
                          </a:solidFill>
                        </a:rPr>
                        <a:t>(11/11)</a:t>
                      </a:r>
                      <a:endParaRPr lang="en-US" sz="1400" b="1" dirty="0">
                        <a:solidFill>
                          <a:srgbClr val="F3712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225492"/>
                  </a:ext>
                </a:extLst>
              </a:tr>
              <a:tr h="540591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KR3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5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akaAT</a:t>
                      </a: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CrystalSound</a:t>
                      </a:r>
                      <a:endParaRPr lang="en-GB" sz="1000" baseline="0" dirty="0">
                        <a:solidFill>
                          <a:schemeClr val="accent5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Aviation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F37121"/>
                          </a:solidFill>
                        </a:rPr>
                        <a:t>66%</a:t>
                      </a:r>
                      <a:endParaRPr lang="en-US" sz="1400" b="1" dirty="0">
                        <a:solidFill>
                          <a:srgbClr val="F37121"/>
                        </a:solidFill>
                      </a:endParaRPr>
                    </a:p>
                    <a:p>
                      <a:pPr algn="ctr"/>
                      <a:r>
                        <a:rPr lang="en-GB" sz="1400" b="1" dirty="0">
                          <a:solidFill>
                            <a:srgbClr val="F37121"/>
                          </a:solidFill>
                        </a:rPr>
                        <a:t>(2/3)</a:t>
                      </a:r>
                      <a:endParaRPr lang="en-US" sz="1400" b="1" dirty="0">
                        <a:solidFill>
                          <a:srgbClr val="F3712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774373"/>
                  </a:ext>
                </a:extLst>
              </a:tr>
              <a:tr h="30997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O2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12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Title 2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12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125%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316956"/>
                  </a:ext>
                </a:extLst>
              </a:tr>
              <a:tr h="540591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KR1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 </a:t>
                      </a: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akaAT</a:t>
                      </a: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CrystalSound</a:t>
                      </a:r>
                      <a:endParaRPr lang="en-GB" sz="1000" baseline="0" dirty="0">
                        <a:solidFill>
                          <a:schemeClr val="accent5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Aviation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  <a:p>
                      <a:pPr algn="l"/>
                      <a:endParaRPr lang="en-US" sz="1000" b="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baseline="0" dirty="0">
                          <a:solidFill>
                            <a:srgbClr val="F37121"/>
                          </a:solidFill>
                        </a:rPr>
                        <a:t>100%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baseline="0" dirty="0">
                          <a:solidFill>
                            <a:srgbClr val="F37121"/>
                          </a:solidFill>
                        </a:rPr>
                        <a:t>(15/15)</a:t>
                      </a:r>
                      <a:endParaRPr lang="en-US" sz="1400" b="1" baseline="0" dirty="0">
                        <a:solidFill>
                          <a:srgbClr val="F3712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736453"/>
                  </a:ext>
                </a:extLst>
              </a:tr>
              <a:tr h="540591">
                <a:tc>
                  <a:txBody>
                    <a:bodyPr/>
                    <a:lstStyle/>
                    <a:p>
                      <a:r>
                        <a:rPr lang="en-GB" sz="1000" dirty="0">
                          <a:solidFill>
                            <a:schemeClr val="accent5"/>
                          </a:solidFill>
                        </a:rPr>
                        <a:t>KR2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akaAT</a:t>
                      </a: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 err="1">
                          <a:solidFill>
                            <a:schemeClr val="accent5"/>
                          </a:solidFill>
                        </a:rPr>
                        <a:t>CrystalSound</a:t>
                      </a:r>
                      <a:endParaRPr lang="en-GB" sz="1000" baseline="0" dirty="0">
                        <a:solidFill>
                          <a:schemeClr val="accent5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Aviation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Cloud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Aviation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aseline="0" dirty="0">
                          <a:solidFill>
                            <a:schemeClr val="accent5"/>
                          </a:solidFill>
                        </a:rPr>
                        <a:t>Logistics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amet</a:t>
                      </a:r>
                      <a:endParaRPr lang="en-US" sz="1000" dirty="0">
                        <a:solidFill>
                          <a:schemeClr val="accent5"/>
                        </a:solidFill>
                      </a:endParaRPr>
                    </a:p>
                    <a:p>
                      <a:pPr algn="l"/>
                      <a:endParaRPr lang="en-US" sz="1000" b="0" dirty="0">
                        <a:solidFill>
                          <a:schemeClr val="accent5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solidFill>
                            <a:srgbClr val="F37121"/>
                          </a:solidFill>
                        </a:rPr>
                        <a:t>150%</a:t>
                      </a:r>
                      <a:endParaRPr lang="en-US" sz="1400" b="1" dirty="0">
                        <a:solidFill>
                          <a:srgbClr val="F37121"/>
                        </a:solidFill>
                      </a:endParaRPr>
                    </a:p>
                    <a:p>
                      <a:pPr algn="ctr"/>
                      <a:r>
                        <a:rPr lang="en-GB" sz="1400" b="1" dirty="0">
                          <a:solidFill>
                            <a:srgbClr val="F37121"/>
                          </a:solidFill>
                        </a:rPr>
                        <a:t>(6/4)</a:t>
                      </a:r>
                      <a:endParaRPr lang="en-US" sz="1400" b="1" dirty="0">
                        <a:solidFill>
                          <a:srgbClr val="F3712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614570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76E5CBF9-904D-6843-B846-874632F60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4C46FF-0224-0943-B49A-772D1B7A2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93181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6065C-10F9-A9C2-4B82-F5894E429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650612-5DE8-D4D5-DBB5-10D895470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20</a:t>
            </a:fld>
            <a:endParaRPr lang="x-non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811408-3EC8-F52C-EBD0-214EB7390B3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0585" y="965198"/>
            <a:ext cx="10188726" cy="589280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FB2E41A-0DD6-0D55-F4F8-8D404D26D656}"/>
              </a:ext>
            </a:extLst>
          </p:cNvPr>
          <p:cNvSpPr/>
          <p:nvPr/>
        </p:nvSpPr>
        <p:spPr>
          <a:xfrm rot="10800000">
            <a:off x="4633733" y="965200"/>
            <a:ext cx="7558267" cy="5892800"/>
          </a:xfrm>
          <a:prstGeom prst="rect">
            <a:avLst/>
          </a:prstGeom>
          <a:gradFill flip="none" rotWithShape="1">
            <a:gsLst>
              <a:gs pos="57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E30399F-41BB-038C-39B4-F675012B889C}"/>
              </a:ext>
            </a:extLst>
          </p:cNvPr>
          <p:cNvSpPr txBox="1">
            <a:spLocks/>
          </p:cNvSpPr>
          <p:nvPr/>
        </p:nvSpPr>
        <p:spPr>
          <a:xfrm>
            <a:off x="7457440" y="1823781"/>
            <a:ext cx="3450057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6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6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6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Etiam</a:t>
            </a:r>
            <a:r>
              <a:rPr lang="en-US" sz="16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dui non </a:t>
            </a:r>
            <a:r>
              <a:rPr lang="en-US" sz="16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nulla</a:t>
            </a:r>
            <a:r>
              <a:rPr lang="en-US" sz="16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</a:t>
            </a:r>
            <a:r>
              <a:rPr lang="en-US" sz="16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molestie</a:t>
            </a:r>
            <a:r>
              <a:rPr lang="en-US" sz="16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Phasellus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tincidunt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tellus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sit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5037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1F4D2CE-8A82-2CF1-39DD-9FFB0233FB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352800" y="962108"/>
            <a:ext cx="8839200" cy="5900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E6065C-10F9-A9C2-4B82-F5894E429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650612-5DE8-D4D5-DBB5-10D895470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21</a:t>
            </a:fld>
            <a:endParaRPr lang="x-non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CB460D-F46D-B630-5E2A-3998EEEEC6B2}"/>
              </a:ext>
            </a:extLst>
          </p:cNvPr>
          <p:cNvSpPr/>
          <p:nvPr/>
        </p:nvSpPr>
        <p:spPr>
          <a:xfrm>
            <a:off x="1" y="962108"/>
            <a:ext cx="6096000" cy="5902644"/>
          </a:xfrm>
          <a:prstGeom prst="rect">
            <a:avLst/>
          </a:prstGeom>
          <a:gradFill flip="none" rotWithShape="1">
            <a:gsLst>
              <a:gs pos="59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ADB2DA-4BAE-E0A1-51CE-ED0AC9DB52C8}"/>
              </a:ext>
            </a:extLst>
          </p:cNvPr>
          <p:cNvSpPr/>
          <p:nvPr/>
        </p:nvSpPr>
        <p:spPr>
          <a:xfrm rot="10800000" flipH="1">
            <a:off x="1" y="901608"/>
            <a:ext cx="5715000" cy="5892800"/>
          </a:xfrm>
          <a:prstGeom prst="rect">
            <a:avLst/>
          </a:prstGeom>
          <a:gradFill flip="none" rotWithShape="1">
            <a:gsLst>
              <a:gs pos="57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6E1582B-D573-73BB-1D80-DECBAE607F7D}"/>
              </a:ext>
            </a:extLst>
          </p:cNvPr>
          <p:cNvSpPr txBox="1">
            <a:spLocks/>
          </p:cNvSpPr>
          <p:nvPr/>
        </p:nvSpPr>
        <p:spPr>
          <a:xfrm>
            <a:off x="1090850" y="1659716"/>
            <a:ext cx="3988360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8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8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8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8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8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8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8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Etiam</a:t>
            </a:r>
            <a:r>
              <a:rPr lang="en-US" sz="18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dui non </a:t>
            </a:r>
            <a:r>
              <a:rPr lang="en-US" sz="18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nulla</a:t>
            </a:r>
            <a:r>
              <a:rPr lang="en-US" sz="18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</a:t>
            </a:r>
            <a:r>
              <a:rPr lang="en-US" sz="18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molestie</a:t>
            </a:r>
            <a:r>
              <a:rPr lang="en-US" sz="18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Phasellus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tincidunt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tellus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sit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4285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E6FE94DA-1F0D-F348-9A9E-52EE91BF831C}"/>
              </a:ext>
            </a:extLst>
          </p:cNvPr>
          <p:cNvSpPr txBox="1">
            <a:spLocks/>
          </p:cNvSpPr>
          <p:nvPr/>
        </p:nvSpPr>
        <p:spPr>
          <a:xfrm>
            <a:off x="8138968" y="4766893"/>
            <a:ext cx="1003481" cy="5955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x-none" sz="4000" dirty="0">
                <a:solidFill>
                  <a:srgbClr val="F37121"/>
                </a:solidFill>
                <a:latin typeface="BR Omega VN" pitchFamily="2" charset="77"/>
              </a:rPr>
              <a:t>0</a:t>
            </a:r>
            <a:r>
              <a:rPr lang="en-US" sz="4000" dirty="0">
                <a:solidFill>
                  <a:srgbClr val="F37121"/>
                </a:solidFill>
                <a:latin typeface="BR Omega VN" pitchFamily="2" charset="77"/>
              </a:rPr>
              <a:t>6</a:t>
            </a:r>
            <a:r>
              <a:rPr lang="x-none" sz="4000" dirty="0">
                <a:solidFill>
                  <a:srgbClr val="F37121"/>
                </a:solidFill>
                <a:latin typeface="BR Omega VN" pitchFamily="2" charset="77"/>
              </a:rPr>
              <a:t>.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031274B-C1FA-7C4C-BAFC-09A1F19FBC7A}"/>
              </a:ext>
            </a:extLst>
          </p:cNvPr>
          <p:cNvSpPr txBox="1">
            <a:spLocks/>
          </p:cNvSpPr>
          <p:nvPr/>
        </p:nvSpPr>
        <p:spPr>
          <a:xfrm>
            <a:off x="9037952" y="4812600"/>
            <a:ext cx="1003482" cy="5041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en-US" sz="1600" b="0" dirty="0">
                <a:solidFill>
                  <a:schemeClr val="accent5">
                    <a:lumMod val="75000"/>
                    <a:lumOff val="25000"/>
                  </a:schemeClr>
                </a:solidFill>
                <a:latin typeface="BR Omega VN" pitchFamily="2" charset="77"/>
              </a:rPr>
              <a:t>The title is here</a:t>
            </a:r>
            <a:endParaRPr lang="x-none" sz="1600" b="0" dirty="0">
              <a:solidFill>
                <a:schemeClr val="accent5">
                  <a:lumMod val="75000"/>
                  <a:lumOff val="25000"/>
                </a:schemeClr>
              </a:solidFill>
              <a:latin typeface="BR Omega VN" pitchFamily="2" charset="77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F10E8C7-468F-9F46-8231-CA88038926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965200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F5AE9793-6BAF-F448-99B9-31A411ACBCB0}"/>
              </a:ext>
            </a:extLst>
          </p:cNvPr>
          <p:cNvSpPr txBox="1">
            <a:spLocks/>
          </p:cNvSpPr>
          <p:nvPr/>
        </p:nvSpPr>
        <p:spPr>
          <a:xfrm>
            <a:off x="609600" y="167546"/>
            <a:ext cx="10972801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>
            <a:lvl1pPr algn="l" defTabSz="121898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002060"/>
                </a:solidFill>
                <a:latin typeface="BR Omega VN" pitchFamily="2" charset="77"/>
              </a:rPr>
              <a:t>YOUR TITLE IS HERE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A2D67F7-8728-7B46-B250-716FD810858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11396" y="1760824"/>
            <a:ext cx="713336" cy="71333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C21785C-B03D-A14C-B5DE-EC64770EE33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38566" y="1742103"/>
            <a:ext cx="715345" cy="71333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E588AE3-7862-3D43-A541-76F42CE1C5C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70983" y="1811533"/>
            <a:ext cx="713336" cy="71333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3B8241B-8447-5A46-B82A-7241E1C3D23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8544" y="4103467"/>
            <a:ext cx="715345" cy="71333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A534638-53D3-DD41-8E98-17BCFABF660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70983" y="4051548"/>
            <a:ext cx="713336" cy="71534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1976A42-58C0-214F-87A8-EC59BCFE2F00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74435" y="4032251"/>
            <a:ext cx="713336" cy="715345"/>
          </a:xfrm>
          <a:prstGeom prst="rect">
            <a:avLst/>
          </a:prstGeom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EABE439F-8922-8E49-BCB8-858407F8446E}"/>
              </a:ext>
            </a:extLst>
          </p:cNvPr>
          <p:cNvSpPr txBox="1">
            <a:spLocks/>
          </p:cNvSpPr>
          <p:nvPr/>
        </p:nvSpPr>
        <p:spPr>
          <a:xfrm>
            <a:off x="8138968" y="2542012"/>
            <a:ext cx="1003481" cy="5955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x-none" sz="4000">
                <a:solidFill>
                  <a:srgbClr val="F37121"/>
                </a:solidFill>
                <a:latin typeface="BR Omega VN" pitchFamily="2" charset="77"/>
              </a:rPr>
              <a:t>0</a:t>
            </a:r>
            <a:r>
              <a:rPr lang="en-US" sz="4000" dirty="0">
                <a:solidFill>
                  <a:srgbClr val="F37121"/>
                </a:solidFill>
                <a:latin typeface="BR Omega VN" pitchFamily="2" charset="77"/>
              </a:rPr>
              <a:t>3</a:t>
            </a:r>
            <a:r>
              <a:rPr lang="x-none" sz="4000">
                <a:solidFill>
                  <a:srgbClr val="F37121"/>
                </a:solidFill>
                <a:latin typeface="BR Omega VN" pitchFamily="2" charset="77"/>
              </a:rPr>
              <a:t>.</a:t>
            </a:r>
            <a:endParaRPr lang="x-none" sz="4000" dirty="0">
              <a:solidFill>
                <a:srgbClr val="F37121"/>
              </a:solidFill>
              <a:latin typeface="BR Omega VN" pitchFamily="2" charset="77"/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7D75D364-2C72-684B-BD12-9F0DDE6E970E}"/>
              </a:ext>
            </a:extLst>
          </p:cNvPr>
          <p:cNvSpPr txBox="1">
            <a:spLocks/>
          </p:cNvSpPr>
          <p:nvPr/>
        </p:nvSpPr>
        <p:spPr>
          <a:xfrm>
            <a:off x="9037952" y="2587719"/>
            <a:ext cx="1003482" cy="5041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en-US" sz="1600" b="0" dirty="0">
                <a:solidFill>
                  <a:schemeClr val="accent5">
                    <a:lumMod val="75000"/>
                    <a:lumOff val="25000"/>
                  </a:schemeClr>
                </a:solidFill>
                <a:latin typeface="BR Omega VN" pitchFamily="2" charset="77"/>
              </a:rPr>
              <a:t>The title is here</a:t>
            </a:r>
            <a:endParaRPr lang="x-none" sz="1600" b="0" dirty="0">
              <a:solidFill>
                <a:schemeClr val="accent5">
                  <a:lumMod val="75000"/>
                  <a:lumOff val="25000"/>
                </a:schemeClr>
              </a:solidFill>
              <a:latin typeface="BR Omega VN" pitchFamily="2" charset="77"/>
            </a:endParaRP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3AD6C837-296B-F54C-9E3E-50F2590D7A91}"/>
              </a:ext>
            </a:extLst>
          </p:cNvPr>
          <p:cNvSpPr txBox="1">
            <a:spLocks/>
          </p:cNvSpPr>
          <p:nvPr/>
        </p:nvSpPr>
        <p:spPr>
          <a:xfrm>
            <a:off x="4868682" y="4766893"/>
            <a:ext cx="1003481" cy="5955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x-none" sz="4000">
                <a:solidFill>
                  <a:srgbClr val="F37121"/>
                </a:solidFill>
                <a:latin typeface="BR Omega VN" pitchFamily="2" charset="77"/>
              </a:rPr>
              <a:t>0</a:t>
            </a:r>
            <a:r>
              <a:rPr lang="en-US" sz="4000" dirty="0">
                <a:solidFill>
                  <a:srgbClr val="F37121"/>
                </a:solidFill>
                <a:latin typeface="BR Omega VN" pitchFamily="2" charset="77"/>
              </a:rPr>
              <a:t>5</a:t>
            </a:r>
            <a:r>
              <a:rPr lang="x-none" sz="4000">
                <a:solidFill>
                  <a:srgbClr val="F37121"/>
                </a:solidFill>
                <a:latin typeface="BR Omega VN" pitchFamily="2" charset="77"/>
              </a:rPr>
              <a:t>.</a:t>
            </a:r>
            <a:endParaRPr lang="x-none" sz="4000" dirty="0">
              <a:solidFill>
                <a:srgbClr val="F37121"/>
              </a:solidFill>
              <a:latin typeface="BR Omega VN" pitchFamily="2" charset="77"/>
            </a:endParaRP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E22D0884-1647-1B40-928D-87FE4D8AC8E7}"/>
              </a:ext>
            </a:extLst>
          </p:cNvPr>
          <p:cNvSpPr txBox="1">
            <a:spLocks/>
          </p:cNvSpPr>
          <p:nvPr/>
        </p:nvSpPr>
        <p:spPr>
          <a:xfrm>
            <a:off x="5767666" y="4812600"/>
            <a:ext cx="1003482" cy="5041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en-US" sz="1600" b="0" dirty="0">
                <a:solidFill>
                  <a:schemeClr val="accent5">
                    <a:lumMod val="75000"/>
                    <a:lumOff val="25000"/>
                  </a:schemeClr>
                </a:solidFill>
                <a:latin typeface="BR Omega VN" pitchFamily="2" charset="77"/>
              </a:rPr>
              <a:t>The title is here</a:t>
            </a:r>
            <a:endParaRPr lang="x-none" sz="1600" b="0" dirty="0">
              <a:solidFill>
                <a:schemeClr val="accent5">
                  <a:lumMod val="75000"/>
                  <a:lumOff val="25000"/>
                </a:schemeClr>
              </a:solidFill>
              <a:latin typeface="BR Omega VN" pitchFamily="2" charset="77"/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75718910-C126-AF44-AE58-931513AE2CBB}"/>
              </a:ext>
            </a:extLst>
          </p:cNvPr>
          <p:cNvSpPr txBox="1">
            <a:spLocks/>
          </p:cNvSpPr>
          <p:nvPr/>
        </p:nvSpPr>
        <p:spPr>
          <a:xfrm>
            <a:off x="4868682" y="2542012"/>
            <a:ext cx="1003481" cy="5955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x-none" sz="4000">
                <a:solidFill>
                  <a:srgbClr val="F37121"/>
                </a:solidFill>
                <a:latin typeface="BR Omega VN" pitchFamily="2" charset="77"/>
              </a:rPr>
              <a:t>0</a:t>
            </a:r>
            <a:r>
              <a:rPr lang="en-US" sz="4000" dirty="0">
                <a:solidFill>
                  <a:srgbClr val="F37121"/>
                </a:solidFill>
                <a:latin typeface="BR Omega VN" pitchFamily="2" charset="77"/>
              </a:rPr>
              <a:t>2</a:t>
            </a:r>
            <a:r>
              <a:rPr lang="x-none" sz="4000">
                <a:solidFill>
                  <a:srgbClr val="F37121"/>
                </a:solidFill>
                <a:latin typeface="BR Omega VN" pitchFamily="2" charset="77"/>
              </a:rPr>
              <a:t>.</a:t>
            </a:r>
            <a:endParaRPr lang="x-none" sz="4000" dirty="0">
              <a:solidFill>
                <a:srgbClr val="F37121"/>
              </a:solidFill>
              <a:latin typeface="BR Omega VN" pitchFamily="2" charset="77"/>
            </a:endParaRP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843BC178-D737-3F47-8F07-1671B4AE59D9}"/>
              </a:ext>
            </a:extLst>
          </p:cNvPr>
          <p:cNvSpPr txBox="1">
            <a:spLocks/>
          </p:cNvSpPr>
          <p:nvPr/>
        </p:nvSpPr>
        <p:spPr>
          <a:xfrm>
            <a:off x="5767666" y="2587719"/>
            <a:ext cx="1003482" cy="5041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en-US" sz="1600" b="0" dirty="0">
                <a:solidFill>
                  <a:schemeClr val="accent5">
                    <a:lumMod val="75000"/>
                    <a:lumOff val="25000"/>
                  </a:schemeClr>
                </a:solidFill>
                <a:latin typeface="BR Omega VN" pitchFamily="2" charset="77"/>
              </a:rPr>
              <a:t>The title is here</a:t>
            </a:r>
            <a:endParaRPr lang="x-none" sz="1600" b="0" dirty="0">
              <a:solidFill>
                <a:schemeClr val="accent5">
                  <a:lumMod val="75000"/>
                  <a:lumOff val="25000"/>
                </a:schemeClr>
              </a:solidFill>
              <a:latin typeface="BR Omega VN" pitchFamily="2" charset="77"/>
            </a:endParaRP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FB34F405-E3B6-B541-9303-08CD6283BD4F}"/>
              </a:ext>
            </a:extLst>
          </p:cNvPr>
          <p:cNvSpPr txBox="1">
            <a:spLocks/>
          </p:cNvSpPr>
          <p:nvPr/>
        </p:nvSpPr>
        <p:spPr>
          <a:xfrm>
            <a:off x="1815120" y="4766893"/>
            <a:ext cx="1003481" cy="5955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x-none" sz="4000">
                <a:solidFill>
                  <a:srgbClr val="F37121"/>
                </a:solidFill>
                <a:latin typeface="BR Omega VN" pitchFamily="2" charset="77"/>
              </a:rPr>
              <a:t>0</a:t>
            </a:r>
            <a:r>
              <a:rPr lang="en-US" sz="4000" dirty="0">
                <a:solidFill>
                  <a:srgbClr val="F37121"/>
                </a:solidFill>
                <a:latin typeface="BR Omega VN" pitchFamily="2" charset="77"/>
              </a:rPr>
              <a:t>4</a:t>
            </a:r>
            <a:r>
              <a:rPr lang="x-none" sz="4000">
                <a:solidFill>
                  <a:srgbClr val="F37121"/>
                </a:solidFill>
                <a:latin typeface="BR Omega VN" pitchFamily="2" charset="77"/>
              </a:rPr>
              <a:t>.</a:t>
            </a:r>
            <a:endParaRPr lang="x-none" sz="4000" dirty="0">
              <a:solidFill>
                <a:srgbClr val="F37121"/>
              </a:solidFill>
              <a:latin typeface="BR Omega VN" pitchFamily="2" charset="77"/>
            </a:endParaRP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077A2E14-AD93-A041-99F8-8FF33C678789}"/>
              </a:ext>
            </a:extLst>
          </p:cNvPr>
          <p:cNvSpPr txBox="1">
            <a:spLocks/>
          </p:cNvSpPr>
          <p:nvPr/>
        </p:nvSpPr>
        <p:spPr>
          <a:xfrm>
            <a:off x="2714104" y="4812600"/>
            <a:ext cx="1003482" cy="5041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en-US" sz="1600" b="0" dirty="0">
                <a:solidFill>
                  <a:schemeClr val="accent5">
                    <a:lumMod val="75000"/>
                    <a:lumOff val="25000"/>
                  </a:schemeClr>
                </a:solidFill>
                <a:latin typeface="BR Omega VN" pitchFamily="2" charset="77"/>
              </a:rPr>
              <a:t>The title is here</a:t>
            </a:r>
            <a:endParaRPr lang="x-none" sz="1600" b="0" dirty="0">
              <a:solidFill>
                <a:schemeClr val="accent5">
                  <a:lumMod val="75000"/>
                  <a:lumOff val="25000"/>
                </a:schemeClr>
              </a:solidFill>
              <a:latin typeface="BR Omega VN" pitchFamily="2" charset="77"/>
            </a:endParaRPr>
          </a:p>
        </p:txBody>
      </p:sp>
      <p:sp>
        <p:nvSpPr>
          <p:cNvPr id="49" name="Title 1">
            <a:extLst>
              <a:ext uri="{FF2B5EF4-FFF2-40B4-BE49-F238E27FC236}">
                <a16:creationId xmlns:a16="http://schemas.microsoft.com/office/drawing/2014/main" id="{C9AD008C-8E9E-6F41-BFEC-17A63E078D7E}"/>
              </a:ext>
            </a:extLst>
          </p:cNvPr>
          <p:cNvSpPr txBox="1">
            <a:spLocks/>
          </p:cNvSpPr>
          <p:nvPr/>
        </p:nvSpPr>
        <p:spPr>
          <a:xfrm>
            <a:off x="1815120" y="2542012"/>
            <a:ext cx="1003481" cy="5955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x-none" sz="4000">
                <a:solidFill>
                  <a:srgbClr val="F37121"/>
                </a:solidFill>
                <a:latin typeface="BR Omega VN" pitchFamily="2" charset="77"/>
              </a:rPr>
              <a:t>0</a:t>
            </a:r>
            <a:r>
              <a:rPr lang="en-US" sz="4000" dirty="0">
                <a:solidFill>
                  <a:srgbClr val="F37121"/>
                </a:solidFill>
                <a:latin typeface="BR Omega VN" pitchFamily="2" charset="77"/>
              </a:rPr>
              <a:t>1</a:t>
            </a:r>
            <a:r>
              <a:rPr lang="x-none" sz="4000">
                <a:solidFill>
                  <a:srgbClr val="F37121"/>
                </a:solidFill>
                <a:latin typeface="BR Omega VN" pitchFamily="2" charset="77"/>
              </a:rPr>
              <a:t>.</a:t>
            </a:r>
            <a:endParaRPr lang="x-none" sz="4000" dirty="0">
              <a:solidFill>
                <a:srgbClr val="F37121"/>
              </a:solidFill>
              <a:latin typeface="BR Omega VN" pitchFamily="2" charset="77"/>
            </a:endParaRPr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id="{CAC6E902-7B6A-6649-9B4A-428284CCEE49}"/>
              </a:ext>
            </a:extLst>
          </p:cNvPr>
          <p:cNvSpPr txBox="1">
            <a:spLocks/>
          </p:cNvSpPr>
          <p:nvPr/>
        </p:nvSpPr>
        <p:spPr>
          <a:xfrm>
            <a:off x="2714104" y="2587719"/>
            <a:ext cx="1003482" cy="5041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Google Sans" panose="020B0503030502040204" pitchFamily="34" charset="0"/>
                <a:ea typeface="Google Sans" panose="020B0503030502040204" pitchFamily="34" charset="0"/>
                <a:cs typeface="+mj-cs"/>
              </a:defRPr>
            </a:lvl1pPr>
          </a:lstStyle>
          <a:p>
            <a:r>
              <a:rPr lang="en-US" sz="1600" b="0" dirty="0">
                <a:solidFill>
                  <a:schemeClr val="accent5">
                    <a:lumMod val="75000"/>
                    <a:lumOff val="25000"/>
                  </a:schemeClr>
                </a:solidFill>
                <a:latin typeface="BR Omega VN" pitchFamily="2" charset="77"/>
              </a:rPr>
              <a:t>The title is here</a:t>
            </a:r>
            <a:endParaRPr lang="x-none" sz="1600" b="0" dirty="0">
              <a:solidFill>
                <a:schemeClr val="accent5">
                  <a:lumMod val="75000"/>
                  <a:lumOff val="25000"/>
                </a:schemeClr>
              </a:solidFill>
              <a:latin typeface="BR Omega VN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A8D70-21D1-EF46-9A8F-7F141A00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984735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C31DB-F6B7-5240-891B-E54A82899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23</a:t>
            </a:fld>
            <a:endParaRPr lang="x-none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9EE11F5-2ED5-C342-8444-99494C5A96F5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2D97DF2-F492-2141-9F75-95E01ADBD2E2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0CB8DFC-8EAD-7146-9DA2-DCE69E9D8A31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188E7A0-5D28-C24B-8977-5C0BED8C3B3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050812C-61EE-F94F-9165-8D99B7B2BD81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1BB22BE-C1D9-FB48-AF8B-7D2B244C7D9E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8328A761-9FB9-E744-B6AB-D407612EA235}"/>
              </a:ext>
            </a:extLst>
          </p:cNvPr>
          <p:cNvSpPr txBox="1">
            <a:spLocks/>
          </p:cNvSpPr>
          <p:nvPr/>
        </p:nvSpPr>
        <p:spPr>
          <a:xfrm>
            <a:off x="4351830" y="2443920"/>
            <a:ext cx="3348686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9D4A9278-0B6E-4247-81FA-B81F45BA92FC}"/>
              </a:ext>
            </a:extLst>
          </p:cNvPr>
          <p:cNvSpPr txBox="1">
            <a:spLocks/>
          </p:cNvSpPr>
          <p:nvPr/>
        </p:nvSpPr>
        <p:spPr>
          <a:xfrm>
            <a:off x="609599" y="2442599"/>
            <a:ext cx="3348686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63F66891-A964-514D-BBB3-131C804DDDFF}"/>
              </a:ext>
            </a:extLst>
          </p:cNvPr>
          <p:cNvSpPr txBox="1">
            <a:spLocks/>
          </p:cNvSpPr>
          <p:nvPr/>
        </p:nvSpPr>
        <p:spPr>
          <a:xfrm>
            <a:off x="8173330" y="2442598"/>
            <a:ext cx="3348686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2E5AD2-5A17-3C46-9C46-A286567B654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8619" y="1515118"/>
            <a:ext cx="965199" cy="9651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3A25625-2165-154B-8A98-CCA8340D830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26388" y="1482975"/>
            <a:ext cx="965199" cy="9651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27A4C8-4EFD-9C40-89C9-05FCCB89236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99" y="1496542"/>
            <a:ext cx="844269" cy="84426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F5C53628-494D-3441-A03B-3116E0420D32}"/>
              </a:ext>
            </a:extLst>
          </p:cNvPr>
          <p:cNvSpPr/>
          <p:nvPr/>
        </p:nvSpPr>
        <p:spPr>
          <a:xfrm>
            <a:off x="1289074" y="1912768"/>
            <a:ext cx="478703" cy="478703"/>
          </a:xfrm>
          <a:prstGeom prst="ellipse">
            <a:avLst/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VN" sz="2000" b="1" dirty="0">
                <a:latin typeface="BR Omega VN" pitchFamily="2" charset="77"/>
              </a:rPr>
              <a:t>01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FAB84A6-9ADF-004A-8D59-B10D45E7AECF}"/>
              </a:ext>
            </a:extLst>
          </p:cNvPr>
          <p:cNvSpPr/>
          <p:nvPr/>
        </p:nvSpPr>
        <p:spPr>
          <a:xfrm>
            <a:off x="5152235" y="1866800"/>
            <a:ext cx="478703" cy="478703"/>
          </a:xfrm>
          <a:prstGeom prst="ellipse">
            <a:avLst/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VN" sz="2000" b="1" dirty="0">
                <a:latin typeface="BR Omega VN" pitchFamily="2" charset="77"/>
              </a:rPr>
              <a:t>02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4EEA1DF-749E-384F-BB38-F51BFAF7169D}"/>
              </a:ext>
            </a:extLst>
          </p:cNvPr>
          <p:cNvSpPr/>
          <p:nvPr/>
        </p:nvSpPr>
        <p:spPr>
          <a:xfrm>
            <a:off x="8986437" y="1866800"/>
            <a:ext cx="478703" cy="478703"/>
          </a:xfrm>
          <a:prstGeom prst="ellipse">
            <a:avLst/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VN" sz="2000" b="1" dirty="0">
                <a:latin typeface="BR Omega VN" pitchFamily="2" charset="77"/>
              </a:rPr>
              <a:t>03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D866CE-1A7E-3F4C-A528-35B412189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32894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6065C-10F9-A9C2-4B82-F5894E429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650612-5DE8-D4D5-DBB5-10D895470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24</a:t>
            </a:fld>
            <a:endParaRPr lang="x-non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6405BE2-ABD0-7D62-EEEF-306C0330764C}"/>
              </a:ext>
            </a:extLst>
          </p:cNvPr>
          <p:cNvSpPr txBox="1">
            <a:spLocks/>
          </p:cNvSpPr>
          <p:nvPr/>
        </p:nvSpPr>
        <p:spPr>
          <a:xfrm>
            <a:off x="3929136" y="1805567"/>
            <a:ext cx="2954743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4B0A2AE-269B-1479-7106-8873FF288ADC}"/>
              </a:ext>
            </a:extLst>
          </p:cNvPr>
          <p:cNvSpPr txBox="1">
            <a:spLocks/>
          </p:cNvSpPr>
          <p:nvPr/>
        </p:nvSpPr>
        <p:spPr>
          <a:xfrm>
            <a:off x="609599" y="1804244"/>
            <a:ext cx="2954743" cy="4123863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6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at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arcu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nisi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lobortis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fringilla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diam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mattis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ex,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libero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porttitor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Quisque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vulputate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sapien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convallis cursus.</a:t>
            </a:r>
          </a:p>
          <a:p>
            <a:pPr marL="171450" indent="-1714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Sed tempus vel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convallis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sollicitudin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Curabitur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dictum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odio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eget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massa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semper </a:t>
            </a:r>
            <a:r>
              <a:rPr lang="en-US" sz="14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luctus</a:t>
            </a:r>
            <a:r>
              <a:rPr lang="en-US" sz="14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32B116-49E5-FA35-26FA-099590DC05C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5707" y="1742367"/>
            <a:ext cx="4264325" cy="418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6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>
            <a:extLst>
              <a:ext uri="{FF2B5EF4-FFF2-40B4-BE49-F238E27FC236}">
                <a16:creationId xmlns:a16="http://schemas.microsoft.com/office/drawing/2014/main" id="{AD9EEF5E-B053-124D-85D8-1BEA46F6BD1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6792" y="1388533"/>
            <a:ext cx="8578158" cy="4853946"/>
          </a:xfrm>
          <a:prstGeom prst="rect">
            <a:avLst/>
          </a:prstGeom>
        </p:spPr>
      </p:pic>
      <p:cxnSp>
        <p:nvCxnSpPr>
          <p:cNvPr id="1006" name="Straight Connector 1005"/>
          <p:cNvCxnSpPr/>
          <p:nvPr/>
        </p:nvCxnSpPr>
        <p:spPr>
          <a:xfrm flipV="1">
            <a:off x="2994747" y="3634963"/>
            <a:ext cx="0" cy="1738759"/>
          </a:xfrm>
          <a:prstGeom prst="line">
            <a:avLst/>
          </a:prstGeom>
          <a:ln w="12700">
            <a:solidFill>
              <a:srgbClr val="33B2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1" name="Straight Connector 1000"/>
          <p:cNvCxnSpPr>
            <a:endCxn id="1017" idx="4"/>
          </p:cNvCxnSpPr>
          <p:nvPr/>
        </p:nvCxnSpPr>
        <p:spPr>
          <a:xfrm flipH="1" flipV="1">
            <a:off x="1408375" y="1550425"/>
            <a:ext cx="2997" cy="3823296"/>
          </a:xfrm>
          <a:prstGeom prst="line">
            <a:avLst/>
          </a:prstGeom>
          <a:ln w="12700">
            <a:solidFill>
              <a:srgbClr val="33B2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3" name="Straight Connector 1002"/>
          <p:cNvCxnSpPr>
            <a:endCxn id="1018" idx="4"/>
          </p:cNvCxnSpPr>
          <p:nvPr/>
        </p:nvCxnSpPr>
        <p:spPr>
          <a:xfrm flipV="1">
            <a:off x="1807215" y="2078419"/>
            <a:ext cx="2754" cy="3295302"/>
          </a:xfrm>
          <a:prstGeom prst="line">
            <a:avLst/>
          </a:prstGeom>
          <a:ln w="12700">
            <a:solidFill>
              <a:srgbClr val="33B2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4" name="Straight Connector 1003"/>
          <p:cNvCxnSpPr>
            <a:endCxn id="1019" idx="4"/>
          </p:cNvCxnSpPr>
          <p:nvPr/>
        </p:nvCxnSpPr>
        <p:spPr>
          <a:xfrm flipV="1">
            <a:off x="2203059" y="2606413"/>
            <a:ext cx="2326" cy="2767308"/>
          </a:xfrm>
          <a:prstGeom prst="line">
            <a:avLst/>
          </a:prstGeom>
          <a:ln w="12700">
            <a:solidFill>
              <a:srgbClr val="33B2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5" name="Straight Connector 1004"/>
          <p:cNvCxnSpPr/>
          <p:nvPr/>
        </p:nvCxnSpPr>
        <p:spPr>
          <a:xfrm flipV="1">
            <a:off x="2598903" y="2991903"/>
            <a:ext cx="0" cy="2381818"/>
          </a:xfrm>
          <a:prstGeom prst="line">
            <a:avLst/>
          </a:prstGeom>
          <a:ln w="12700">
            <a:solidFill>
              <a:srgbClr val="33B2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6" name="Straight Connector 1025"/>
          <p:cNvCxnSpPr/>
          <p:nvPr/>
        </p:nvCxnSpPr>
        <p:spPr>
          <a:xfrm flipV="1">
            <a:off x="5108159" y="1689817"/>
            <a:ext cx="0" cy="3683904"/>
          </a:xfrm>
          <a:prstGeom prst="line">
            <a:avLst/>
          </a:prstGeom>
          <a:ln w="12700">
            <a:solidFill>
              <a:srgbClr val="1922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Straight Connector 1026"/>
          <p:cNvCxnSpPr/>
          <p:nvPr/>
        </p:nvCxnSpPr>
        <p:spPr>
          <a:xfrm flipV="1">
            <a:off x="5504003" y="2630799"/>
            <a:ext cx="2754" cy="2742923"/>
          </a:xfrm>
          <a:prstGeom prst="line">
            <a:avLst/>
          </a:prstGeom>
          <a:ln w="12700">
            <a:solidFill>
              <a:srgbClr val="1922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Connector 1027"/>
          <p:cNvCxnSpPr/>
          <p:nvPr/>
        </p:nvCxnSpPr>
        <p:spPr>
          <a:xfrm flipV="1">
            <a:off x="5899847" y="3508479"/>
            <a:ext cx="0" cy="1865243"/>
          </a:xfrm>
          <a:prstGeom prst="line">
            <a:avLst/>
          </a:prstGeom>
          <a:ln w="12700">
            <a:solidFill>
              <a:srgbClr val="1922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/>
          <p:cNvCxnSpPr/>
          <p:nvPr/>
        </p:nvCxnSpPr>
        <p:spPr>
          <a:xfrm flipV="1">
            <a:off x="8086492" y="1689817"/>
            <a:ext cx="0" cy="3683904"/>
          </a:xfrm>
          <a:prstGeom prst="line">
            <a:avLst/>
          </a:prstGeom>
          <a:ln w="12700">
            <a:solidFill>
              <a:srgbClr val="1922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1035"/>
          <p:cNvCxnSpPr/>
          <p:nvPr/>
        </p:nvCxnSpPr>
        <p:spPr>
          <a:xfrm flipV="1">
            <a:off x="8482336" y="2442217"/>
            <a:ext cx="0" cy="2931504"/>
          </a:xfrm>
          <a:prstGeom prst="line">
            <a:avLst/>
          </a:prstGeom>
          <a:ln w="12700">
            <a:solidFill>
              <a:srgbClr val="1922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/>
          <p:cNvCxnSpPr/>
          <p:nvPr/>
        </p:nvCxnSpPr>
        <p:spPr>
          <a:xfrm flipV="1">
            <a:off x="8878180" y="3131317"/>
            <a:ext cx="0" cy="2242405"/>
          </a:xfrm>
          <a:prstGeom prst="line">
            <a:avLst/>
          </a:prstGeom>
          <a:ln w="12700">
            <a:solidFill>
              <a:srgbClr val="1922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1037"/>
          <p:cNvCxnSpPr/>
          <p:nvPr/>
        </p:nvCxnSpPr>
        <p:spPr>
          <a:xfrm flipV="1">
            <a:off x="9274024" y="3820415"/>
            <a:ext cx="0" cy="1553306"/>
          </a:xfrm>
          <a:prstGeom prst="line">
            <a:avLst/>
          </a:prstGeom>
          <a:ln w="12700">
            <a:solidFill>
              <a:srgbClr val="19226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Pentagon 89">
            <a:extLst>
              <a:ext uri="{FF2B5EF4-FFF2-40B4-BE49-F238E27FC236}">
                <a16:creationId xmlns:a16="http://schemas.microsoft.com/office/drawing/2014/main" id="{54E1F234-456C-1148-A7C5-4D12F249C4DF}"/>
              </a:ext>
            </a:extLst>
          </p:cNvPr>
          <p:cNvSpPr/>
          <p:nvPr/>
        </p:nvSpPr>
        <p:spPr>
          <a:xfrm>
            <a:off x="7788795" y="5337545"/>
            <a:ext cx="3559423" cy="598107"/>
          </a:xfrm>
          <a:prstGeom prst="homePlate">
            <a:avLst/>
          </a:prstGeom>
          <a:solidFill>
            <a:srgbClr val="19226D"/>
          </a:solidFill>
          <a:ln w="25400"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9" name="Pentagon 88">
            <a:extLst>
              <a:ext uri="{FF2B5EF4-FFF2-40B4-BE49-F238E27FC236}">
                <a16:creationId xmlns:a16="http://schemas.microsoft.com/office/drawing/2014/main" id="{61AC35DA-DAC9-9C4D-8375-4C92D80C63BE}"/>
              </a:ext>
            </a:extLst>
          </p:cNvPr>
          <p:cNvSpPr/>
          <p:nvPr/>
        </p:nvSpPr>
        <p:spPr>
          <a:xfrm>
            <a:off x="4163305" y="5337915"/>
            <a:ext cx="3996848" cy="598107"/>
          </a:xfrm>
          <a:prstGeom prst="homePlate">
            <a:avLst/>
          </a:prstGeom>
          <a:solidFill>
            <a:srgbClr val="034EA2"/>
          </a:solidFill>
          <a:ln w="25400"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6AAD5A6E-0F20-E24F-81D4-6CE1371EB996}"/>
              </a:ext>
            </a:extLst>
          </p:cNvPr>
          <p:cNvSpPr/>
          <p:nvPr/>
        </p:nvSpPr>
        <p:spPr>
          <a:xfrm>
            <a:off x="778934" y="5335798"/>
            <a:ext cx="3828636" cy="598107"/>
          </a:xfrm>
          <a:prstGeom prst="homePlate">
            <a:avLst/>
          </a:prstGeom>
          <a:solidFill>
            <a:srgbClr val="33B2C1"/>
          </a:solidFill>
          <a:ln w="25400"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17" name="Oval 1016"/>
          <p:cNvSpPr/>
          <p:nvPr/>
        </p:nvSpPr>
        <p:spPr>
          <a:xfrm>
            <a:off x="1265870" y="1265417"/>
            <a:ext cx="285008" cy="285008"/>
          </a:xfrm>
          <a:prstGeom prst="ellipse">
            <a:avLst/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18" name="Oval 1017"/>
          <p:cNvSpPr/>
          <p:nvPr/>
        </p:nvSpPr>
        <p:spPr>
          <a:xfrm>
            <a:off x="1667465" y="1793411"/>
            <a:ext cx="285008" cy="285008"/>
          </a:xfrm>
          <a:prstGeom prst="ellipse">
            <a:avLst/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19" name="Oval 1018"/>
          <p:cNvSpPr/>
          <p:nvPr/>
        </p:nvSpPr>
        <p:spPr>
          <a:xfrm>
            <a:off x="2062881" y="2321405"/>
            <a:ext cx="285008" cy="285008"/>
          </a:xfrm>
          <a:prstGeom prst="ellipse">
            <a:avLst/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20" name="Oval 1019"/>
          <p:cNvSpPr/>
          <p:nvPr/>
        </p:nvSpPr>
        <p:spPr>
          <a:xfrm>
            <a:off x="2458297" y="2849399"/>
            <a:ext cx="285008" cy="285008"/>
          </a:xfrm>
          <a:prstGeom prst="ellipse">
            <a:avLst/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21" name="Oval 1020"/>
          <p:cNvSpPr/>
          <p:nvPr/>
        </p:nvSpPr>
        <p:spPr>
          <a:xfrm>
            <a:off x="2853712" y="3377393"/>
            <a:ext cx="285008" cy="285008"/>
          </a:xfrm>
          <a:prstGeom prst="ellipse">
            <a:avLst/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30" name="Oval 1029"/>
          <p:cNvSpPr/>
          <p:nvPr/>
        </p:nvSpPr>
        <p:spPr>
          <a:xfrm>
            <a:off x="4962658" y="1610614"/>
            <a:ext cx="285008" cy="285008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31" name="Oval 1030"/>
          <p:cNvSpPr/>
          <p:nvPr/>
        </p:nvSpPr>
        <p:spPr>
          <a:xfrm>
            <a:off x="5364253" y="2488294"/>
            <a:ext cx="285008" cy="285008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32" name="Oval 1031"/>
          <p:cNvSpPr/>
          <p:nvPr/>
        </p:nvSpPr>
        <p:spPr>
          <a:xfrm>
            <a:off x="5759669" y="3365974"/>
            <a:ext cx="285008" cy="285008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39" name="Oval 1038"/>
          <p:cNvSpPr/>
          <p:nvPr/>
        </p:nvSpPr>
        <p:spPr>
          <a:xfrm>
            <a:off x="7954054" y="1610614"/>
            <a:ext cx="285008" cy="285008"/>
          </a:xfrm>
          <a:prstGeom prst="ellipse">
            <a:avLst/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40" name="Oval 1039"/>
          <p:cNvSpPr/>
          <p:nvPr/>
        </p:nvSpPr>
        <p:spPr>
          <a:xfrm>
            <a:off x="8342586" y="2299713"/>
            <a:ext cx="285008" cy="285008"/>
          </a:xfrm>
          <a:prstGeom prst="ellipse">
            <a:avLst/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41" name="Oval 1040"/>
          <p:cNvSpPr/>
          <p:nvPr/>
        </p:nvSpPr>
        <p:spPr>
          <a:xfrm>
            <a:off x="8738002" y="2988812"/>
            <a:ext cx="285008" cy="285008"/>
          </a:xfrm>
          <a:prstGeom prst="ellipse">
            <a:avLst/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42" name="Oval 1041"/>
          <p:cNvSpPr/>
          <p:nvPr/>
        </p:nvSpPr>
        <p:spPr>
          <a:xfrm>
            <a:off x="9133418" y="3677911"/>
            <a:ext cx="285008" cy="285008"/>
          </a:xfrm>
          <a:prstGeom prst="ellipse">
            <a:avLst/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87"/>
            <a:endParaRPr lang="en-IN"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92" name="TextBox 991"/>
          <p:cNvSpPr txBox="1"/>
          <p:nvPr/>
        </p:nvSpPr>
        <p:spPr>
          <a:xfrm>
            <a:off x="2157495" y="5464868"/>
            <a:ext cx="1067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987"/>
            <a:r>
              <a:rPr lang="en-IN" b="1" dirty="0">
                <a:solidFill>
                  <a:prstClr val="white"/>
                </a:solidFill>
                <a:latin typeface="BR Omega VN" pitchFamily="2" charset="77"/>
                <a:cs typeface="Arial" pitchFamily="34" charset="0"/>
              </a:rPr>
              <a:t>STAGE 1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5578752" y="5450185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987"/>
            <a:r>
              <a:rPr lang="en-IN" b="1" dirty="0">
                <a:solidFill>
                  <a:prstClr val="white"/>
                </a:solidFill>
                <a:latin typeface="BR Omega VN" pitchFamily="2" charset="77"/>
                <a:cs typeface="Arial" pitchFamily="34" charset="0"/>
              </a:rPr>
              <a:t>STAGE 2</a:t>
            </a:r>
          </a:p>
        </p:txBody>
      </p:sp>
      <p:sp>
        <p:nvSpPr>
          <p:cNvPr id="994" name="TextBox 993"/>
          <p:cNvSpPr txBox="1"/>
          <p:nvPr/>
        </p:nvSpPr>
        <p:spPr>
          <a:xfrm>
            <a:off x="8932866" y="5470987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987"/>
            <a:r>
              <a:rPr lang="en-IN" b="1" dirty="0">
                <a:solidFill>
                  <a:prstClr val="white"/>
                </a:solidFill>
                <a:latin typeface="BR Omega VN" pitchFamily="2" charset="77"/>
                <a:cs typeface="Arial" pitchFamily="34" charset="0"/>
              </a:rPr>
              <a:t>STAGE 3</a:t>
            </a:r>
          </a:p>
        </p:txBody>
      </p:sp>
      <p:sp>
        <p:nvSpPr>
          <p:cNvPr id="1043" name="Rectangle 1042"/>
          <p:cNvSpPr/>
          <p:nvPr/>
        </p:nvSpPr>
        <p:spPr>
          <a:xfrm>
            <a:off x="1639353" y="1192478"/>
            <a:ext cx="21295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50" name="Rectangle 1049"/>
          <p:cNvSpPr/>
          <p:nvPr/>
        </p:nvSpPr>
        <p:spPr>
          <a:xfrm>
            <a:off x="2070428" y="1757490"/>
            <a:ext cx="21295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51" name="Rectangle 1050"/>
          <p:cNvSpPr/>
          <p:nvPr/>
        </p:nvSpPr>
        <p:spPr>
          <a:xfrm>
            <a:off x="2527628" y="2272052"/>
            <a:ext cx="21295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52" name="Rectangle 1051"/>
          <p:cNvSpPr/>
          <p:nvPr/>
        </p:nvSpPr>
        <p:spPr>
          <a:xfrm>
            <a:off x="2883692" y="2806440"/>
            <a:ext cx="21295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53" name="Rectangle 1052"/>
          <p:cNvSpPr/>
          <p:nvPr/>
        </p:nvSpPr>
        <p:spPr>
          <a:xfrm>
            <a:off x="3229169" y="3328474"/>
            <a:ext cx="21295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64" name="Rectangle 1063"/>
          <p:cNvSpPr/>
          <p:nvPr/>
        </p:nvSpPr>
        <p:spPr>
          <a:xfrm>
            <a:off x="5323079" y="1550426"/>
            <a:ext cx="21295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65" name="Rectangle 1064"/>
          <p:cNvSpPr/>
          <p:nvPr/>
        </p:nvSpPr>
        <p:spPr>
          <a:xfrm>
            <a:off x="5767216" y="2438701"/>
            <a:ext cx="21295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66" name="Rectangle 1065"/>
          <p:cNvSpPr/>
          <p:nvPr/>
        </p:nvSpPr>
        <p:spPr>
          <a:xfrm>
            <a:off x="6119914" y="3287786"/>
            <a:ext cx="155615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67" name="Rectangle 1066"/>
          <p:cNvSpPr/>
          <p:nvPr/>
        </p:nvSpPr>
        <p:spPr>
          <a:xfrm>
            <a:off x="8340599" y="1498175"/>
            <a:ext cx="21437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68" name="Rectangle 1067"/>
          <p:cNvSpPr/>
          <p:nvPr/>
        </p:nvSpPr>
        <p:spPr>
          <a:xfrm>
            <a:off x="8758610" y="2242758"/>
            <a:ext cx="21437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69" name="Rectangle 1068"/>
          <p:cNvSpPr/>
          <p:nvPr/>
        </p:nvSpPr>
        <p:spPr>
          <a:xfrm>
            <a:off x="9176622" y="2908964"/>
            <a:ext cx="21437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70" name="Rectangle 1069"/>
          <p:cNvSpPr/>
          <p:nvPr/>
        </p:nvSpPr>
        <p:spPr>
          <a:xfrm>
            <a:off x="9568507" y="3614357"/>
            <a:ext cx="174396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1084" name="TextBox 1083"/>
          <p:cNvSpPr txBox="1"/>
          <p:nvPr/>
        </p:nvSpPr>
        <p:spPr>
          <a:xfrm>
            <a:off x="2313150" y="5999735"/>
            <a:ext cx="68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8987"/>
            <a:r>
              <a:rPr lang="en-I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 year</a:t>
            </a:r>
          </a:p>
        </p:txBody>
      </p:sp>
      <p:sp>
        <p:nvSpPr>
          <p:cNvPr id="1085" name="TextBox 1084"/>
          <p:cNvSpPr txBox="1"/>
          <p:nvPr/>
        </p:nvSpPr>
        <p:spPr>
          <a:xfrm>
            <a:off x="5692107" y="5980426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8987"/>
            <a:r>
              <a:rPr lang="en-I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2.5 year</a:t>
            </a:r>
          </a:p>
        </p:txBody>
      </p:sp>
      <p:sp>
        <p:nvSpPr>
          <p:cNvPr id="1086" name="TextBox 1085"/>
          <p:cNvSpPr txBox="1"/>
          <p:nvPr/>
        </p:nvSpPr>
        <p:spPr>
          <a:xfrm>
            <a:off x="9133418" y="6015046"/>
            <a:ext cx="68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8987"/>
            <a:r>
              <a:rPr lang="en-I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 year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EC97C-B27F-D54F-8C15-80D72477C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1CBF4-4B84-5544-91EF-77058660B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4">
                <a:lumMod val="20000"/>
                <a:lumOff val="80000"/>
              </a:schemeClr>
            </a:gs>
            <a:gs pos="0">
              <a:schemeClr val="accent4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Rectangle 1042"/>
          <p:cNvSpPr/>
          <p:nvPr/>
        </p:nvSpPr>
        <p:spPr>
          <a:xfrm>
            <a:off x="1639353" y="1192478"/>
            <a:ext cx="212952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987"/>
            <a:r>
              <a:rPr lang="en-IN" sz="11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a sample text.  Insert your desired text here.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0B341-9557-C848-AE36-85D86CAA2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9929D-15C0-364B-A3D7-DF38093DA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26</a:t>
            </a:fld>
            <a:endParaRPr lang="x-none"/>
          </a:p>
        </p:txBody>
      </p:sp>
      <p:graphicFrame>
        <p:nvGraphicFramePr>
          <p:cNvPr id="50" name="Table 4">
            <a:extLst>
              <a:ext uri="{FF2B5EF4-FFF2-40B4-BE49-F238E27FC236}">
                <a16:creationId xmlns:a16="http://schemas.microsoft.com/office/drawing/2014/main" id="{C804F370-50D6-6843-AA38-2B9B11DF5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978015"/>
              </p:ext>
            </p:extLst>
          </p:nvPr>
        </p:nvGraphicFramePr>
        <p:xfrm>
          <a:off x="609439" y="1127639"/>
          <a:ext cx="10989888" cy="560563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915824">
                  <a:extLst>
                    <a:ext uri="{9D8B030D-6E8A-4147-A177-3AD203B41FA5}">
                      <a16:colId xmlns:a16="http://schemas.microsoft.com/office/drawing/2014/main" val="3120635935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1330314619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3777322809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180049162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2082495863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3954530733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502645419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3204385830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374070346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2339323314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2875200662"/>
                    </a:ext>
                  </a:extLst>
                </a:gridCol>
                <a:gridCol w="915824">
                  <a:extLst>
                    <a:ext uri="{9D8B030D-6E8A-4147-A177-3AD203B41FA5}">
                      <a16:colId xmlns:a16="http://schemas.microsoft.com/office/drawing/2014/main" val="2723843654"/>
                    </a:ext>
                  </a:extLst>
                </a:gridCol>
              </a:tblGrid>
              <a:tr h="560563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2022</a:t>
                      </a:r>
                    </a:p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Jan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Feb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Mar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Apr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May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Jun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Jul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Aug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Sep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Oct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Nov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Dec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628995"/>
                  </a:ext>
                </a:extLst>
              </a:tr>
            </a:tbl>
          </a:graphicData>
        </a:graphic>
      </p:graphicFrame>
      <p:graphicFrame>
        <p:nvGraphicFramePr>
          <p:cNvPr id="51" name="Table 4">
            <a:extLst>
              <a:ext uri="{FF2B5EF4-FFF2-40B4-BE49-F238E27FC236}">
                <a16:creationId xmlns:a16="http://schemas.microsoft.com/office/drawing/2014/main" id="{9F8602B9-1E24-6D4B-AAB6-1CD18113A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069028"/>
              </p:ext>
            </p:extLst>
          </p:nvPr>
        </p:nvGraphicFramePr>
        <p:xfrm>
          <a:off x="609439" y="1847630"/>
          <a:ext cx="10989893" cy="222403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0989893">
                  <a:extLst>
                    <a:ext uri="{9D8B030D-6E8A-4147-A177-3AD203B41FA5}">
                      <a16:colId xmlns:a16="http://schemas.microsoft.com/office/drawing/2014/main" val="1152951351"/>
                    </a:ext>
                  </a:extLst>
                </a:gridCol>
              </a:tblGrid>
              <a:tr h="602062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Product 01</a:t>
                      </a:r>
                    </a:p>
                  </a:txBody>
                  <a:tcPr marL="19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494424"/>
                  </a:ext>
                </a:extLst>
              </a:tr>
              <a:tr h="405493"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728218"/>
                  </a:ext>
                </a:extLst>
              </a:tr>
              <a:tr h="405493"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242308"/>
                  </a:ext>
                </a:extLst>
              </a:tr>
              <a:tr h="405493"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989326"/>
                  </a:ext>
                </a:extLst>
              </a:tr>
              <a:tr h="405493"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693232"/>
                  </a:ext>
                </a:extLst>
              </a:tr>
            </a:tbl>
          </a:graphicData>
        </a:graphic>
      </p:graphicFrame>
      <p:graphicFrame>
        <p:nvGraphicFramePr>
          <p:cNvPr id="52" name="Table 4">
            <a:extLst>
              <a:ext uri="{FF2B5EF4-FFF2-40B4-BE49-F238E27FC236}">
                <a16:creationId xmlns:a16="http://schemas.microsoft.com/office/drawing/2014/main" id="{F4882BEA-C8D5-BC4D-B985-2DE791612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199593"/>
              </p:ext>
            </p:extLst>
          </p:nvPr>
        </p:nvGraphicFramePr>
        <p:xfrm>
          <a:off x="609439" y="4203710"/>
          <a:ext cx="10989893" cy="20108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0989893">
                  <a:extLst>
                    <a:ext uri="{9D8B030D-6E8A-4147-A177-3AD203B41FA5}">
                      <a16:colId xmlns:a16="http://schemas.microsoft.com/office/drawing/2014/main" val="1152951351"/>
                    </a:ext>
                  </a:extLst>
                </a:gridCol>
              </a:tblGrid>
              <a:tr h="54434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034EA2"/>
                          </a:solidFill>
                          <a:latin typeface="BR Omega VN" pitchFamily="2" charset="77"/>
                        </a:rPr>
                        <a:t>Product 02</a:t>
                      </a:r>
                    </a:p>
                  </a:txBody>
                  <a:tcPr marL="19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494424"/>
                  </a:ext>
                </a:extLst>
              </a:tr>
              <a:tr h="366620"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728218"/>
                  </a:ext>
                </a:extLst>
              </a:tr>
              <a:tr h="366620"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242308"/>
                  </a:ext>
                </a:extLst>
              </a:tr>
              <a:tr h="366620"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989326"/>
                  </a:ext>
                </a:extLst>
              </a:tr>
              <a:tr h="366620"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693232"/>
                  </a:ext>
                </a:extLst>
              </a:tr>
            </a:tbl>
          </a:graphicData>
        </a:graphic>
      </p:graphicFrame>
      <p:sp>
        <p:nvSpPr>
          <p:cNvPr id="4" name="Round Diagonal Corner Rectangle 3">
            <a:extLst>
              <a:ext uri="{FF2B5EF4-FFF2-40B4-BE49-F238E27FC236}">
                <a16:creationId xmlns:a16="http://schemas.microsoft.com/office/drawing/2014/main" id="{65595E5D-E38C-E84F-A3FD-928BFA98FBEB}"/>
              </a:ext>
            </a:extLst>
          </p:cNvPr>
          <p:cNvSpPr/>
          <p:nvPr/>
        </p:nvSpPr>
        <p:spPr>
          <a:xfrm>
            <a:off x="702736" y="2514304"/>
            <a:ext cx="2607729" cy="279400"/>
          </a:xfrm>
          <a:prstGeom prst="round2DiagRect">
            <a:avLst/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sp>
        <p:nvSpPr>
          <p:cNvPr id="69" name="Round Diagonal Corner Rectangle 68">
            <a:extLst>
              <a:ext uri="{FF2B5EF4-FFF2-40B4-BE49-F238E27FC236}">
                <a16:creationId xmlns:a16="http://schemas.microsoft.com/office/drawing/2014/main" id="{FD9079F4-F615-2E41-AA0A-449C2D983D04}"/>
              </a:ext>
            </a:extLst>
          </p:cNvPr>
          <p:cNvSpPr/>
          <p:nvPr/>
        </p:nvSpPr>
        <p:spPr>
          <a:xfrm>
            <a:off x="1507065" y="2901775"/>
            <a:ext cx="2768600" cy="279400"/>
          </a:xfrm>
          <a:prstGeom prst="round2DiagRect">
            <a:avLst/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sp>
        <p:nvSpPr>
          <p:cNvPr id="70" name="Round Diagonal Corner Rectangle 69">
            <a:extLst>
              <a:ext uri="{FF2B5EF4-FFF2-40B4-BE49-F238E27FC236}">
                <a16:creationId xmlns:a16="http://schemas.microsoft.com/office/drawing/2014/main" id="{1744ACCD-FEC0-FF42-8D94-CDAB7F7C4DE1}"/>
              </a:ext>
            </a:extLst>
          </p:cNvPr>
          <p:cNvSpPr/>
          <p:nvPr/>
        </p:nvSpPr>
        <p:spPr>
          <a:xfrm>
            <a:off x="3354012" y="2504248"/>
            <a:ext cx="1773401" cy="279400"/>
          </a:xfrm>
          <a:prstGeom prst="round2Diag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sp>
        <p:nvSpPr>
          <p:cNvPr id="71" name="Round Diagonal Corner Rectangle 70">
            <a:extLst>
              <a:ext uri="{FF2B5EF4-FFF2-40B4-BE49-F238E27FC236}">
                <a16:creationId xmlns:a16="http://schemas.microsoft.com/office/drawing/2014/main" id="{089C0E9A-EFFD-BB4B-867C-26085872BDD8}"/>
              </a:ext>
            </a:extLst>
          </p:cNvPr>
          <p:cNvSpPr/>
          <p:nvPr/>
        </p:nvSpPr>
        <p:spPr>
          <a:xfrm>
            <a:off x="3327399" y="3310929"/>
            <a:ext cx="3657591" cy="279400"/>
          </a:xfrm>
          <a:prstGeom prst="round2DiagRect">
            <a:avLst/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sp>
        <p:nvSpPr>
          <p:cNvPr id="72" name="Round Diagonal Corner Rectangle 71">
            <a:extLst>
              <a:ext uri="{FF2B5EF4-FFF2-40B4-BE49-F238E27FC236}">
                <a16:creationId xmlns:a16="http://schemas.microsoft.com/office/drawing/2014/main" id="{83288010-15F4-D840-AFD5-77AEDF03525B}"/>
              </a:ext>
            </a:extLst>
          </p:cNvPr>
          <p:cNvSpPr/>
          <p:nvPr/>
        </p:nvSpPr>
        <p:spPr>
          <a:xfrm>
            <a:off x="5184068" y="2514304"/>
            <a:ext cx="2190399" cy="279400"/>
          </a:xfrm>
          <a:prstGeom prst="round2DiagRect">
            <a:avLst/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911B766-4A14-1543-824A-188368F21C60}"/>
              </a:ext>
            </a:extLst>
          </p:cNvPr>
          <p:cNvGrpSpPr/>
          <p:nvPr/>
        </p:nvGrpSpPr>
        <p:grpSpPr>
          <a:xfrm>
            <a:off x="2438937" y="1847630"/>
            <a:ext cx="2473474" cy="2205811"/>
            <a:chOff x="2422004" y="1687763"/>
            <a:chExt cx="2473474" cy="2205811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AC302F1-6211-4A4F-9809-9E2B34B19964}"/>
                </a:ext>
              </a:extLst>
            </p:cNvPr>
            <p:cNvGrpSpPr/>
            <p:nvPr/>
          </p:nvGrpSpPr>
          <p:grpSpPr>
            <a:xfrm>
              <a:off x="2422004" y="1687763"/>
              <a:ext cx="2473474" cy="598238"/>
              <a:chOff x="2422004" y="1687763"/>
              <a:chExt cx="2473474" cy="598238"/>
            </a:xfrm>
          </p:grpSpPr>
          <p:sp>
            <p:nvSpPr>
              <p:cNvPr id="56" name="Rectangle: Diagonal Corners Rounded 37">
                <a:extLst>
                  <a:ext uri="{FF2B5EF4-FFF2-40B4-BE49-F238E27FC236}">
                    <a16:creationId xmlns:a16="http://schemas.microsoft.com/office/drawing/2014/main" id="{E814F877-0FE4-854E-9339-7A8EF9F17CC1}"/>
                  </a:ext>
                </a:extLst>
              </p:cNvPr>
              <p:cNvSpPr/>
              <p:nvPr/>
            </p:nvSpPr>
            <p:spPr>
              <a:xfrm>
                <a:off x="2422004" y="1687763"/>
                <a:ext cx="2473474" cy="598238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solidFill>
                <a:srgbClr val="F3712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C83D5717-BAAA-4449-A176-E824BC13139C}"/>
                  </a:ext>
                </a:extLst>
              </p:cNvPr>
              <p:cNvGrpSpPr/>
              <p:nvPr/>
            </p:nvGrpSpPr>
            <p:grpSpPr>
              <a:xfrm>
                <a:off x="2708335" y="1763850"/>
                <a:ext cx="1877197" cy="451084"/>
                <a:chOff x="2705046" y="1770428"/>
                <a:chExt cx="1877197" cy="451084"/>
              </a:xfrm>
            </p:grpSpPr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62F429FA-5731-9840-A923-AC385B3D769F}"/>
                    </a:ext>
                  </a:extLst>
                </p:cNvPr>
                <p:cNvSpPr txBox="1"/>
                <p:nvPr/>
              </p:nvSpPr>
              <p:spPr>
                <a:xfrm>
                  <a:off x="2705046" y="1770428"/>
                  <a:ext cx="1877197" cy="24294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r>
                    <a:rPr lang="en-IN" sz="1400" b="1" dirty="0">
                      <a:solidFill>
                        <a:schemeClr val="bg1"/>
                      </a:solidFill>
                    </a:rPr>
                    <a:t>Sample text</a:t>
                  </a: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CA363BE9-F6F5-F646-96F1-7ED795F343D9}"/>
                    </a:ext>
                  </a:extLst>
                </p:cNvPr>
                <p:cNvSpPr txBox="1"/>
                <p:nvPr/>
              </p:nvSpPr>
              <p:spPr>
                <a:xfrm>
                  <a:off x="2705046" y="1978564"/>
                  <a:ext cx="1877197" cy="24294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r>
                    <a:rPr lang="en-IN" sz="900" dirty="0">
                      <a:solidFill>
                        <a:schemeClr val="bg1"/>
                      </a:solidFill>
                    </a:rPr>
                    <a:t>MM/DD/YYYY</a:t>
                  </a:r>
                </a:p>
              </p:txBody>
            </p:sp>
          </p:grpSp>
        </p:grp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81A844D-027E-2849-9503-D1F1D4A07BF3}"/>
                </a:ext>
              </a:extLst>
            </p:cNvPr>
            <p:cNvCxnSpPr>
              <a:cxnSpLocks/>
            </p:cNvCxnSpPr>
            <p:nvPr/>
          </p:nvCxnSpPr>
          <p:spPr>
            <a:xfrm>
              <a:off x="2426394" y="2253343"/>
              <a:ext cx="0" cy="1640231"/>
            </a:xfrm>
            <a:prstGeom prst="line">
              <a:avLst/>
            </a:prstGeom>
            <a:ln w="12700">
              <a:solidFill>
                <a:srgbClr val="F37121"/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Round Diagonal Corner Rectangle 72">
            <a:extLst>
              <a:ext uri="{FF2B5EF4-FFF2-40B4-BE49-F238E27FC236}">
                <a16:creationId xmlns:a16="http://schemas.microsoft.com/office/drawing/2014/main" id="{CD037684-E81D-9747-8377-66B8DCEFB229}"/>
              </a:ext>
            </a:extLst>
          </p:cNvPr>
          <p:cNvSpPr/>
          <p:nvPr/>
        </p:nvSpPr>
        <p:spPr>
          <a:xfrm>
            <a:off x="4055536" y="4814571"/>
            <a:ext cx="2607729" cy="279400"/>
          </a:xfrm>
          <a:prstGeom prst="round2DiagRect">
            <a:avLst/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sp>
        <p:nvSpPr>
          <p:cNvPr id="74" name="Round Diagonal Corner Rectangle 73">
            <a:extLst>
              <a:ext uri="{FF2B5EF4-FFF2-40B4-BE49-F238E27FC236}">
                <a16:creationId xmlns:a16="http://schemas.microsoft.com/office/drawing/2014/main" id="{CE03D1C7-0551-B349-9791-53547A84FE2A}"/>
              </a:ext>
            </a:extLst>
          </p:cNvPr>
          <p:cNvSpPr/>
          <p:nvPr/>
        </p:nvSpPr>
        <p:spPr>
          <a:xfrm>
            <a:off x="4858779" y="5169129"/>
            <a:ext cx="2768600" cy="279400"/>
          </a:xfrm>
          <a:prstGeom prst="round2DiagRect">
            <a:avLst/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sp>
        <p:nvSpPr>
          <p:cNvPr id="75" name="Round Diagonal Corner Rectangle 74">
            <a:extLst>
              <a:ext uri="{FF2B5EF4-FFF2-40B4-BE49-F238E27FC236}">
                <a16:creationId xmlns:a16="http://schemas.microsoft.com/office/drawing/2014/main" id="{DE1FC73C-64EF-034F-A7C6-4D5506277015}"/>
              </a:ext>
            </a:extLst>
          </p:cNvPr>
          <p:cNvSpPr/>
          <p:nvPr/>
        </p:nvSpPr>
        <p:spPr>
          <a:xfrm>
            <a:off x="6706812" y="4804515"/>
            <a:ext cx="1773401" cy="279400"/>
          </a:xfrm>
          <a:prstGeom prst="round2Diag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sp>
        <p:nvSpPr>
          <p:cNvPr id="76" name="Round Diagonal Corner Rectangle 75">
            <a:extLst>
              <a:ext uri="{FF2B5EF4-FFF2-40B4-BE49-F238E27FC236}">
                <a16:creationId xmlns:a16="http://schemas.microsoft.com/office/drawing/2014/main" id="{CF639D45-0607-584A-AA6C-DA1493DF134C}"/>
              </a:ext>
            </a:extLst>
          </p:cNvPr>
          <p:cNvSpPr/>
          <p:nvPr/>
        </p:nvSpPr>
        <p:spPr>
          <a:xfrm>
            <a:off x="6706812" y="5514552"/>
            <a:ext cx="3657591" cy="279400"/>
          </a:xfrm>
          <a:prstGeom prst="round2Diag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sp>
        <p:nvSpPr>
          <p:cNvPr id="77" name="Round Diagonal Corner Rectangle 76">
            <a:extLst>
              <a:ext uri="{FF2B5EF4-FFF2-40B4-BE49-F238E27FC236}">
                <a16:creationId xmlns:a16="http://schemas.microsoft.com/office/drawing/2014/main" id="{325EC695-9DBD-A641-A45F-07CE774403B1}"/>
              </a:ext>
            </a:extLst>
          </p:cNvPr>
          <p:cNvSpPr/>
          <p:nvPr/>
        </p:nvSpPr>
        <p:spPr>
          <a:xfrm>
            <a:off x="8536868" y="4814571"/>
            <a:ext cx="2190399" cy="279400"/>
          </a:xfrm>
          <a:prstGeom prst="round2DiagRect">
            <a:avLst/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sp>
        <p:nvSpPr>
          <p:cNvPr id="78" name="Round Diagonal Corner Rectangle 77">
            <a:extLst>
              <a:ext uri="{FF2B5EF4-FFF2-40B4-BE49-F238E27FC236}">
                <a16:creationId xmlns:a16="http://schemas.microsoft.com/office/drawing/2014/main" id="{32033078-401D-0D4D-BA6C-1687906A77EB}"/>
              </a:ext>
            </a:extLst>
          </p:cNvPr>
          <p:cNvSpPr/>
          <p:nvPr/>
        </p:nvSpPr>
        <p:spPr>
          <a:xfrm>
            <a:off x="4055536" y="5879166"/>
            <a:ext cx="3616591" cy="279400"/>
          </a:xfrm>
          <a:prstGeom prst="round2DiagRect">
            <a:avLst/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200" dirty="0"/>
              <a:t>Project name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3EBA0A0-EA41-244C-A7BB-5E40E40C29FC}"/>
              </a:ext>
            </a:extLst>
          </p:cNvPr>
          <p:cNvGrpSpPr/>
          <p:nvPr/>
        </p:nvGrpSpPr>
        <p:grpSpPr>
          <a:xfrm>
            <a:off x="8631190" y="4203710"/>
            <a:ext cx="2473474" cy="2010824"/>
            <a:chOff x="7279139" y="4155659"/>
            <a:chExt cx="2473474" cy="221390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FE1EB0D-E15B-8C43-B7BA-EF4EC1B4F471}"/>
                </a:ext>
              </a:extLst>
            </p:cNvPr>
            <p:cNvGrpSpPr/>
            <p:nvPr/>
          </p:nvGrpSpPr>
          <p:grpSpPr>
            <a:xfrm>
              <a:off x="7279139" y="4155659"/>
              <a:ext cx="2473474" cy="598224"/>
              <a:chOff x="2422004" y="1687763"/>
              <a:chExt cx="2473474" cy="598224"/>
            </a:xfrm>
          </p:grpSpPr>
          <p:sp>
            <p:nvSpPr>
              <p:cNvPr id="63" name="Rectangle: Diagonal Corners Rounded 44">
                <a:extLst>
                  <a:ext uri="{FF2B5EF4-FFF2-40B4-BE49-F238E27FC236}">
                    <a16:creationId xmlns:a16="http://schemas.microsoft.com/office/drawing/2014/main" id="{D9354EC4-F112-CA4B-80A2-08BB3C976D6E}"/>
                  </a:ext>
                </a:extLst>
              </p:cNvPr>
              <p:cNvSpPr/>
              <p:nvPr/>
            </p:nvSpPr>
            <p:spPr>
              <a:xfrm>
                <a:off x="2422004" y="1687763"/>
                <a:ext cx="2473474" cy="598224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solidFill>
                <a:srgbClr val="F3712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432BCE4B-3B77-3640-AA92-55B9B647AE45}"/>
                  </a:ext>
                </a:extLst>
              </p:cNvPr>
              <p:cNvGrpSpPr/>
              <p:nvPr/>
            </p:nvGrpSpPr>
            <p:grpSpPr>
              <a:xfrm>
                <a:off x="2708335" y="1763850"/>
                <a:ext cx="1877197" cy="451084"/>
                <a:chOff x="2705046" y="1770428"/>
                <a:chExt cx="1877197" cy="451084"/>
              </a:xfrm>
            </p:grpSpPr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5B2035C-6D78-C243-892C-EB40438EA793}"/>
                    </a:ext>
                  </a:extLst>
                </p:cNvPr>
                <p:cNvSpPr txBox="1"/>
                <p:nvPr/>
              </p:nvSpPr>
              <p:spPr>
                <a:xfrm>
                  <a:off x="2705046" y="1770428"/>
                  <a:ext cx="1877197" cy="24294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r>
                    <a:rPr lang="en-IN" sz="1400" b="1" dirty="0">
                      <a:solidFill>
                        <a:schemeClr val="bg1"/>
                      </a:solidFill>
                    </a:rPr>
                    <a:t>Sample text</a:t>
                  </a: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916B4F8D-328F-B145-B247-7E275DC51E00}"/>
                    </a:ext>
                  </a:extLst>
                </p:cNvPr>
                <p:cNvSpPr txBox="1"/>
                <p:nvPr/>
              </p:nvSpPr>
              <p:spPr>
                <a:xfrm>
                  <a:off x="2705046" y="1978564"/>
                  <a:ext cx="1877197" cy="24294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r>
                    <a:rPr lang="en-IN" sz="900" dirty="0">
                      <a:solidFill>
                        <a:schemeClr val="bg1"/>
                      </a:solidFill>
                    </a:rPr>
                    <a:t>MM/DD/YYYY</a:t>
                  </a:r>
                </a:p>
              </p:txBody>
            </p:sp>
          </p:grpSp>
        </p:grp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0F40CBD-A9E5-B844-867C-2C428F3FF660}"/>
                </a:ext>
              </a:extLst>
            </p:cNvPr>
            <p:cNvCxnSpPr>
              <a:cxnSpLocks/>
            </p:cNvCxnSpPr>
            <p:nvPr/>
          </p:nvCxnSpPr>
          <p:spPr>
            <a:xfrm>
              <a:off x="7285391" y="4729328"/>
              <a:ext cx="0" cy="1640231"/>
            </a:xfrm>
            <a:prstGeom prst="line">
              <a:avLst/>
            </a:prstGeom>
            <a:ln w="12700">
              <a:solidFill>
                <a:srgbClr val="F37121"/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31144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6065C-10F9-A9C2-4B82-F5894E429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650612-5DE8-D4D5-DBB5-10D895470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27</a:t>
            </a:fld>
            <a:endParaRPr lang="x-none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EE15E4-0B77-34CF-677F-BA4F807CE5E2}"/>
              </a:ext>
            </a:extLst>
          </p:cNvPr>
          <p:cNvGrpSpPr/>
          <p:nvPr/>
        </p:nvGrpSpPr>
        <p:grpSpPr>
          <a:xfrm>
            <a:off x="4891122" y="5207998"/>
            <a:ext cx="5187492" cy="894968"/>
            <a:chOff x="5238256" y="5207998"/>
            <a:chExt cx="5187492" cy="894968"/>
          </a:xfrm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10C472BD-FFDB-8F45-79B3-451A0B80D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8256" y="5207998"/>
              <a:ext cx="4544315" cy="891659"/>
            </a:xfrm>
            <a:custGeom>
              <a:avLst/>
              <a:gdLst>
                <a:gd name="T0" fmla="*/ 2591 w 2747"/>
                <a:gd name="T1" fmla="*/ 270 h 539"/>
                <a:gd name="T2" fmla="*/ 2747 w 2747"/>
                <a:gd name="T3" fmla="*/ 0 h 539"/>
                <a:gd name="T4" fmla="*/ 233 w 2747"/>
                <a:gd name="T5" fmla="*/ 0 h 539"/>
                <a:gd name="T6" fmla="*/ 0 w 2747"/>
                <a:gd name="T7" fmla="*/ 539 h 539"/>
                <a:gd name="T8" fmla="*/ 2747 w 2747"/>
                <a:gd name="T9" fmla="*/ 539 h 539"/>
                <a:gd name="T10" fmla="*/ 2591 w 2747"/>
                <a:gd name="T11" fmla="*/ 270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47" h="539">
                  <a:moveTo>
                    <a:pt x="2591" y="270"/>
                  </a:moveTo>
                  <a:lnTo>
                    <a:pt x="2747" y="0"/>
                  </a:lnTo>
                  <a:lnTo>
                    <a:pt x="233" y="0"/>
                  </a:lnTo>
                  <a:lnTo>
                    <a:pt x="0" y="539"/>
                  </a:lnTo>
                  <a:lnTo>
                    <a:pt x="2747" y="539"/>
                  </a:lnTo>
                  <a:lnTo>
                    <a:pt x="2591" y="27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4F5375-1D36-10D3-46D2-A736B3076415}"/>
                </a:ext>
              </a:extLst>
            </p:cNvPr>
            <p:cNvSpPr/>
            <p:nvPr/>
          </p:nvSpPr>
          <p:spPr>
            <a:xfrm>
              <a:off x="9431867" y="5214616"/>
              <a:ext cx="993881" cy="8883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C72EC4E-E478-1B9B-E213-A7EC84053365}"/>
              </a:ext>
            </a:extLst>
          </p:cNvPr>
          <p:cNvGrpSpPr/>
          <p:nvPr/>
        </p:nvGrpSpPr>
        <p:grpSpPr>
          <a:xfrm>
            <a:off x="5301383" y="4254720"/>
            <a:ext cx="4784581" cy="888761"/>
            <a:chOff x="5648517" y="4254720"/>
            <a:chExt cx="4784581" cy="888761"/>
          </a:xfrm>
        </p:grpSpPr>
        <p:sp>
          <p:nvSpPr>
            <p:cNvPr id="11" name="Freeform 30">
              <a:extLst>
                <a:ext uri="{FF2B5EF4-FFF2-40B4-BE49-F238E27FC236}">
                  <a16:creationId xmlns:a16="http://schemas.microsoft.com/office/drawing/2014/main" id="{E2636DE2-E01C-99F1-8186-E09CA1E85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8517" y="4255131"/>
              <a:ext cx="4134052" cy="888350"/>
            </a:xfrm>
            <a:custGeom>
              <a:avLst/>
              <a:gdLst>
                <a:gd name="T0" fmla="*/ 2499 w 2499"/>
                <a:gd name="T1" fmla="*/ 0 h 537"/>
                <a:gd name="T2" fmla="*/ 230 w 2499"/>
                <a:gd name="T3" fmla="*/ 0 h 537"/>
                <a:gd name="T4" fmla="*/ 0 w 2499"/>
                <a:gd name="T5" fmla="*/ 537 h 537"/>
                <a:gd name="T6" fmla="*/ 2499 w 2499"/>
                <a:gd name="T7" fmla="*/ 537 h 537"/>
                <a:gd name="T8" fmla="*/ 2343 w 2499"/>
                <a:gd name="T9" fmla="*/ 269 h 537"/>
                <a:gd name="T10" fmla="*/ 2499 w 2499"/>
                <a:gd name="T11" fmla="*/ 0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99" h="537">
                  <a:moveTo>
                    <a:pt x="2499" y="0"/>
                  </a:moveTo>
                  <a:lnTo>
                    <a:pt x="230" y="0"/>
                  </a:lnTo>
                  <a:lnTo>
                    <a:pt x="0" y="537"/>
                  </a:lnTo>
                  <a:lnTo>
                    <a:pt x="2499" y="537"/>
                  </a:lnTo>
                  <a:lnTo>
                    <a:pt x="2343" y="269"/>
                  </a:lnTo>
                  <a:lnTo>
                    <a:pt x="2499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001BAE8-3C3F-09F0-6ADC-6C034A6C7765}"/>
                </a:ext>
              </a:extLst>
            </p:cNvPr>
            <p:cNvSpPr/>
            <p:nvPr/>
          </p:nvSpPr>
          <p:spPr>
            <a:xfrm>
              <a:off x="9439217" y="4254720"/>
              <a:ext cx="993881" cy="8883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62759AF-07CA-4306-F041-E79ACBA52B67}"/>
              </a:ext>
            </a:extLst>
          </p:cNvPr>
          <p:cNvGrpSpPr/>
          <p:nvPr/>
        </p:nvGrpSpPr>
        <p:grpSpPr>
          <a:xfrm>
            <a:off x="6118599" y="2344435"/>
            <a:ext cx="3960015" cy="893312"/>
            <a:chOff x="6465733" y="2344435"/>
            <a:chExt cx="3960015" cy="893312"/>
          </a:xfrm>
        </p:grpSpPr>
        <p:sp>
          <p:nvSpPr>
            <p:cNvPr id="14" name="Freeform 33">
              <a:extLst>
                <a:ext uri="{FF2B5EF4-FFF2-40B4-BE49-F238E27FC236}">
                  <a16:creationId xmlns:a16="http://schemas.microsoft.com/office/drawing/2014/main" id="{FCEFC8F9-B4A8-7B36-D829-FA2963013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733" y="2344435"/>
              <a:ext cx="3316837" cy="893312"/>
            </a:xfrm>
            <a:custGeom>
              <a:avLst/>
              <a:gdLst>
                <a:gd name="T0" fmla="*/ 1849 w 2005"/>
                <a:gd name="T1" fmla="*/ 270 h 540"/>
                <a:gd name="T2" fmla="*/ 2005 w 2005"/>
                <a:gd name="T3" fmla="*/ 0 h 540"/>
                <a:gd name="T4" fmla="*/ 231 w 2005"/>
                <a:gd name="T5" fmla="*/ 0 h 540"/>
                <a:gd name="T6" fmla="*/ 0 w 2005"/>
                <a:gd name="T7" fmla="*/ 540 h 540"/>
                <a:gd name="T8" fmla="*/ 2005 w 2005"/>
                <a:gd name="T9" fmla="*/ 540 h 540"/>
                <a:gd name="T10" fmla="*/ 1849 w 2005"/>
                <a:gd name="T11" fmla="*/ 27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05" h="540">
                  <a:moveTo>
                    <a:pt x="1849" y="270"/>
                  </a:moveTo>
                  <a:lnTo>
                    <a:pt x="2005" y="0"/>
                  </a:lnTo>
                  <a:lnTo>
                    <a:pt x="231" y="0"/>
                  </a:lnTo>
                  <a:lnTo>
                    <a:pt x="0" y="540"/>
                  </a:lnTo>
                  <a:lnTo>
                    <a:pt x="2005" y="540"/>
                  </a:lnTo>
                  <a:lnTo>
                    <a:pt x="1849" y="27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D5E559F-474F-3555-129A-6C9D68C6A25F}"/>
                </a:ext>
              </a:extLst>
            </p:cNvPr>
            <p:cNvSpPr/>
            <p:nvPr/>
          </p:nvSpPr>
          <p:spPr>
            <a:xfrm>
              <a:off x="9431867" y="2347743"/>
              <a:ext cx="993881" cy="8883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4C75D0F-B353-2950-5FF4-BBC0D83F74DF}"/>
              </a:ext>
            </a:extLst>
          </p:cNvPr>
          <p:cNvGrpSpPr/>
          <p:nvPr/>
        </p:nvGrpSpPr>
        <p:grpSpPr>
          <a:xfrm>
            <a:off x="5709990" y="3298957"/>
            <a:ext cx="4375975" cy="893311"/>
            <a:chOff x="6057124" y="3298957"/>
            <a:chExt cx="4375975" cy="893311"/>
          </a:xfrm>
        </p:grpSpPr>
        <p:sp>
          <p:nvSpPr>
            <p:cNvPr id="17" name="Freeform 31">
              <a:extLst>
                <a:ext uri="{FF2B5EF4-FFF2-40B4-BE49-F238E27FC236}">
                  <a16:creationId xmlns:a16="http://schemas.microsoft.com/office/drawing/2014/main" id="{D8EDDE62-7856-2337-EC5F-FD9DAABF8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7124" y="3298957"/>
              <a:ext cx="3725444" cy="891659"/>
            </a:xfrm>
            <a:custGeom>
              <a:avLst/>
              <a:gdLst>
                <a:gd name="T0" fmla="*/ 2096 w 2252"/>
                <a:gd name="T1" fmla="*/ 269 h 539"/>
                <a:gd name="T2" fmla="*/ 2252 w 2252"/>
                <a:gd name="T3" fmla="*/ 0 h 539"/>
                <a:gd name="T4" fmla="*/ 230 w 2252"/>
                <a:gd name="T5" fmla="*/ 0 h 539"/>
                <a:gd name="T6" fmla="*/ 0 w 2252"/>
                <a:gd name="T7" fmla="*/ 539 h 539"/>
                <a:gd name="T8" fmla="*/ 2252 w 2252"/>
                <a:gd name="T9" fmla="*/ 539 h 539"/>
                <a:gd name="T10" fmla="*/ 2096 w 2252"/>
                <a:gd name="T11" fmla="*/ 269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52" h="539">
                  <a:moveTo>
                    <a:pt x="2096" y="269"/>
                  </a:moveTo>
                  <a:lnTo>
                    <a:pt x="2252" y="0"/>
                  </a:lnTo>
                  <a:lnTo>
                    <a:pt x="230" y="0"/>
                  </a:lnTo>
                  <a:lnTo>
                    <a:pt x="0" y="539"/>
                  </a:lnTo>
                  <a:lnTo>
                    <a:pt x="2252" y="539"/>
                  </a:lnTo>
                  <a:lnTo>
                    <a:pt x="2096" y="26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9485D1E-CC92-259E-DDA5-5C3FCD85D7A2}"/>
                </a:ext>
              </a:extLst>
            </p:cNvPr>
            <p:cNvSpPr/>
            <p:nvPr/>
          </p:nvSpPr>
          <p:spPr>
            <a:xfrm>
              <a:off x="9439218" y="3303918"/>
              <a:ext cx="993881" cy="8883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AB94B47-2AD4-C2F5-0B06-A1D7D79F229E}"/>
              </a:ext>
            </a:extLst>
          </p:cNvPr>
          <p:cNvGrpSpPr/>
          <p:nvPr/>
        </p:nvGrpSpPr>
        <p:grpSpPr>
          <a:xfrm>
            <a:off x="6528861" y="1391568"/>
            <a:ext cx="3549753" cy="891660"/>
            <a:chOff x="6875995" y="1391568"/>
            <a:chExt cx="3549753" cy="891660"/>
          </a:xfrm>
        </p:grpSpPr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FAB51B7E-F5B0-DC3A-2182-075056BA1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5995" y="1391569"/>
              <a:ext cx="2906575" cy="891659"/>
            </a:xfrm>
            <a:custGeom>
              <a:avLst/>
              <a:gdLst>
                <a:gd name="T0" fmla="*/ 1757 w 1757"/>
                <a:gd name="T1" fmla="*/ 539 h 539"/>
                <a:gd name="T2" fmla="*/ 1601 w 1757"/>
                <a:gd name="T3" fmla="*/ 270 h 539"/>
                <a:gd name="T4" fmla="*/ 1757 w 1757"/>
                <a:gd name="T5" fmla="*/ 0 h 539"/>
                <a:gd name="T6" fmla="*/ 230 w 1757"/>
                <a:gd name="T7" fmla="*/ 0 h 539"/>
                <a:gd name="T8" fmla="*/ 0 w 1757"/>
                <a:gd name="T9" fmla="*/ 539 h 539"/>
                <a:gd name="T10" fmla="*/ 1757 w 1757"/>
                <a:gd name="T11" fmla="*/ 539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57" h="539">
                  <a:moveTo>
                    <a:pt x="1757" y="539"/>
                  </a:moveTo>
                  <a:lnTo>
                    <a:pt x="1601" y="270"/>
                  </a:lnTo>
                  <a:lnTo>
                    <a:pt x="1757" y="0"/>
                  </a:lnTo>
                  <a:lnTo>
                    <a:pt x="230" y="0"/>
                  </a:lnTo>
                  <a:lnTo>
                    <a:pt x="0" y="539"/>
                  </a:lnTo>
                  <a:lnTo>
                    <a:pt x="1757" y="53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F3D8260-6662-D8CC-4FF9-6F48074B245F}"/>
                </a:ext>
              </a:extLst>
            </p:cNvPr>
            <p:cNvSpPr/>
            <p:nvPr/>
          </p:nvSpPr>
          <p:spPr>
            <a:xfrm>
              <a:off x="9431867" y="1391568"/>
              <a:ext cx="993881" cy="8883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 dirty="0"/>
            </a:p>
          </p:txBody>
        </p:sp>
      </p:grpSp>
      <p:sp>
        <p:nvSpPr>
          <p:cNvPr id="22" name="Freeform 27">
            <a:extLst>
              <a:ext uri="{FF2B5EF4-FFF2-40B4-BE49-F238E27FC236}">
                <a16:creationId xmlns:a16="http://schemas.microsoft.com/office/drawing/2014/main" id="{52DE44FC-0942-1AD0-437A-3C7023EA2F6A}"/>
              </a:ext>
            </a:extLst>
          </p:cNvPr>
          <p:cNvSpPr>
            <a:spLocks/>
          </p:cNvSpPr>
          <p:nvPr/>
        </p:nvSpPr>
        <p:spPr bwMode="auto">
          <a:xfrm>
            <a:off x="1200417" y="1391569"/>
            <a:ext cx="5571623" cy="891659"/>
          </a:xfrm>
          <a:custGeom>
            <a:avLst/>
            <a:gdLst>
              <a:gd name="T0" fmla="*/ 0 w 3368"/>
              <a:gd name="T1" fmla="*/ 0 h 539"/>
              <a:gd name="T2" fmla="*/ 232 w 3368"/>
              <a:gd name="T3" fmla="*/ 539 h 539"/>
              <a:gd name="T4" fmla="*/ 3136 w 3368"/>
              <a:gd name="T5" fmla="*/ 539 h 539"/>
              <a:gd name="T6" fmla="*/ 3368 w 3368"/>
              <a:gd name="T7" fmla="*/ 0 h 539"/>
              <a:gd name="T8" fmla="*/ 0 w 3368"/>
              <a:gd name="T9" fmla="*/ 0 h 5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68" h="539">
                <a:moveTo>
                  <a:pt x="0" y="0"/>
                </a:moveTo>
                <a:lnTo>
                  <a:pt x="232" y="539"/>
                </a:lnTo>
                <a:lnTo>
                  <a:pt x="3136" y="539"/>
                </a:lnTo>
                <a:lnTo>
                  <a:pt x="33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37121"/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3DFB47-8CE6-A0F9-2602-6A7FBA55A13E}"/>
              </a:ext>
            </a:extLst>
          </p:cNvPr>
          <p:cNvSpPr txBox="1"/>
          <p:nvPr/>
        </p:nvSpPr>
        <p:spPr>
          <a:xfrm>
            <a:off x="7717945" y="1586028"/>
            <a:ext cx="1645530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kern="0" dirty="0">
                <a:solidFill>
                  <a:schemeClr val="accent5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 </a:t>
            </a:r>
            <a:endParaRPr lang="en-US" sz="1200" dirty="0">
              <a:solidFill>
                <a:schemeClr val="accent5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866478-612B-8D75-88AA-9D3C20CDB1F2}"/>
              </a:ext>
            </a:extLst>
          </p:cNvPr>
          <p:cNvSpPr txBox="1"/>
          <p:nvPr/>
        </p:nvSpPr>
        <p:spPr>
          <a:xfrm>
            <a:off x="7531290" y="2607771"/>
            <a:ext cx="1963241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kern="0" dirty="0">
                <a:solidFill>
                  <a:schemeClr val="accent5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 </a:t>
            </a:r>
            <a:endParaRPr lang="en-US" sz="1200" dirty="0">
              <a:solidFill>
                <a:schemeClr val="accent5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7E5D6E-A918-FF38-1671-1DB395B1509A}"/>
              </a:ext>
            </a:extLst>
          </p:cNvPr>
          <p:cNvSpPr txBox="1"/>
          <p:nvPr/>
        </p:nvSpPr>
        <p:spPr>
          <a:xfrm>
            <a:off x="7206421" y="3552651"/>
            <a:ext cx="234833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kern="0" dirty="0">
                <a:solidFill>
                  <a:schemeClr val="accent5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Insert your desired text here. </a:t>
            </a:r>
            <a:endParaRPr lang="en-US" sz="1200" dirty="0">
              <a:solidFill>
                <a:schemeClr val="accent5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FE9A6C-867A-F980-9D35-85C1B516562D}"/>
              </a:ext>
            </a:extLst>
          </p:cNvPr>
          <p:cNvSpPr txBox="1"/>
          <p:nvPr/>
        </p:nvSpPr>
        <p:spPr>
          <a:xfrm>
            <a:off x="6880237" y="4497531"/>
            <a:ext cx="2734991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kern="0" dirty="0">
                <a:solidFill>
                  <a:schemeClr val="accent5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</a:t>
            </a:r>
          </a:p>
          <a:p>
            <a:r>
              <a:rPr lang="en-US" sz="1200" kern="0" dirty="0">
                <a:solidFill>
                  <a:schemeClr val="accent5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Insert your desired text here. </a:t>
            </a:r>
            <a:endParaRPr lang="en-US" sz="1200" dirty="0">
              <a:solidFill>
                <a:schemeClr val="accent5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F40FEE-6FB7-A220-D91C-EF9CD08E0F6E}"/>
              </a:ext>
            </a:extLst>
          </p:cNvPr>
          <p:cNvSpPr txBox="1"/>
          <p:nvPr/>
        </p:nvSpPr>
        <p:spPr>
          <a:xfrm>
            <a:off x="6552735" y="5462731"/>
            <a:ext cx="3123206" cy="36933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kern="0" dirty="0">
                <a:solidFill>
                  <a:schemeClr val="accent5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This is a sample text. </a:t>
            </a:r>
          </a:p>
          <a:p>
            <a:r>
              <a:rPr lang="en-US" sz="1200" kern="0" dirty="0">
                <a:solidFill>
                  <a:schemeClr val="accent5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Insert your desired text here. </a:t>
            </a:r>
            <a:endParaRPr lang="en-US" sz="1200" dirty="0">
              <a:solidFill>
                <a:schemeClr val="accent5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843DB3-9B8F-D471-F50D-B1048E005497}"/>
              </a:ext>
            </a:extLst>
          </p:cNvPr>
          <p:cNvSpPr txBox="1"/>
          <p:nvPr/>
        </p:nvSpPr>
        <p:spPr>
          <a:xfrm>
            <a:off x="2171199" y="1635068"/>
            <a:ext cx="3630056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BR Omega VN" pitchFamily="2" charset="77"/>
              </a:rPr>
              <a:t>Awareness</a:t>
            </a: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DB4B3B8A-5043-0417-0C2F-1E3C893DB0C2}"/>
              </a:ext>
            </a:extLst>
          </p:cNvPr>
          <p:cNvSpPr>
            <a:spLocks/>
          </p:cNvSpPr>
          <p:nvPr/>
        </p:nvSpPr>
        <p:spPr bwMode="auto">
          <a:xfrm>
            <a:off x="1612334" y="2344435"/>
            <a:ext cx="4751099" cy="893312"/>
          </a:xfrm>
          <a:custGeom>
            <a:avLst/>
            <a:gdLst>
              <a:gd name="T0" fmla="*/ 231 w 2872"/>
              <a:gd name="T1" fmla="*/ 540 h 540"/>
              <a:gd name="T2" fmla="*/ 2640 w 2872"/>
              <a:gd name="T3" fmla="*/ 540 h 540"/>
              <a:gd name="T4" fmla="*/ 2872 w 2872"/>
              <a:gd name="T5" fmla="*/ 0 h 540"/>
              <a:gd name="T6" fmla="*/ 0 w 2872"/>
              <a:gd name="T7" fmla="*/ 0 h 540"/>
              <a:gd name="T8" fmla="*/ 231 w 2872"/>
              <a:gd name="T9" fmla="*/ 540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2" h="540">
                <a:moveTo>
                  <a:pt x="231" y="540"/>
                </a:moveTo>
                <a:lnTo>
                  <a:pt x="2640" y="540"/>
                </a:lnTo>
                <a:lnTo>
                  <a:pt x="2872" y="0"/>
                </a:lnTo>
                <a:lnTo>
                  <a:pt x="0" y="0"/>
                </a:lnTo>
                <a:lnTo>
                  <a:pt x="231" y="540"/>
                </a:lnTo>
                <a:close/>
              </a:path>
            </a:pathLst>
          </a:custGeom>
          <a:solidFill>
            <a:srgbClr val="33B2C1"/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962347-C314-CB0C-6A9A-45C0C1505B31}"/>
              </a:ext>
            </a:extLst>
          </p:cNvPr>
          <p:cNvSpPr txBox="1"/>
          <p:nvPr/>
        </p:nvSpPr>
        <p:spPr>
          <a:xfrm>
            <a:off x="2689360" y="2579948"/>
            <a:ext cx="2593734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BR Omega VN" pitchFamily="2" charset="77"/>
              </a:rPr>
              <a:t>Interest</a:t>
            </a:r>
          </a:p>
        </p:txBody>
      </p:sp>
      <p:sp>
        <p:nvSpPr>
          <p:cNvPr id="31" name="Freeform 26">
            <a:extLst>
              <a:ext uri="{FF2B5EF4-FFF2-40B4-BE49-F238E27FC236}">
                <a16:creationId xmlns:a16="http://schemas.microsoft.com/office/drawing/2014/main" id="{E2AE8691-5D0B-E215-5EC6-A4EDD1DC307D}"/>
              </a:ext>
            </a:extLst>
          </p:cNvPr>
          <p:cNvSpPr>
            <a:spLocks/>
          </p:cNvSpPr>
          <p:nvPr/>
        </p:nvSpPr>
        <p:spPr bwMode="auto">
          <a:xfrm>
            <a:off x="2022596" y="3298957"/>
            <a:ext cx="3930575" cy="891659"/>
          </a:xfrm>
          <a:custGeom>
            <a:avLst/>
            <a:gdLst>
              <a:gd name="T0" fmla="*/ 232 w 2376"/>
              <a:gd name="T1" fmla="*/ 539 h 539"/>
              <a:gd name="T2" fmla="*/ 2144 w 2376"/>
              <a:gd name="T3" fmla="*/ 539 h 539"/>
              <a:gd name="T4" fmla="*/ 2376 w 2376"/>
              <a:gd name="T5" fmla="*/ 0 h 539"/>
              <a:gd name="T6" fmla="*/ 0 w 2376"/>
              <a:gd name="T7" fmla="*/ 0 h 539"/>
              <a:gd name="T8" fmla="*/ 232 w 2376"/>
              <a:gd name="T9" fmla="*/ 539 h 5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76" h="539">
                <a:moveTo>
                  <a:pt x="232" y="539"/>
                </a:moveTo>
                <a:lnTo>
                  <a:pt x="2144" y="539"/>
                </a:lnTo>
                <a:lnTo>
                  <a:pt x="2376" y="0"/>
                </a:lnTo>
                <a:lnTo>
                  <a:pt x="0" y="0"/>
                </a:lnTo>
                <a:lnTo>
                  <a:pt x="232" y="539"/>
                </a:lnTo>
                <a:close/>
              </a:path>
            </a:pathLst>
          </a:custGeom>
          <a:solidFill>
            <a:srgbClr val="50B848"/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91A14A-F026-7E60-651B-AD34A7594C14}"/>
              </a:ext>
            </a:extLst>
          </p:cNvPr>
          <p:cNvSpPr txBox="1"/>
          <p:nvPr/>
        </p:nvSpPr>
        <p:spPr>
          <a:xfrm>
            <a:off x="2689360" y="3555308"/>
            <a:ext cx="2593734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BR Omega VN" pitchFamily="2" charset="77"/>
              </a:rPr>
              <a:t>Consideration</a:t>
            </a:r>
          </a:p>
        </p:txBody>
      </p:sp>
      <p:sp>
        <p:nvSpPr>
          <p:cNvPr id="33" name="Freeform 25">
            <a:extLst>
              <a:ext uri="{FF2B5EF4-FFF2-40B4-BE49-F238E27FC236}">
                <a16:creationId xmlns:a16="http://schemas.microsoft.com/office/drawing/2014/main" id="{6DA74984-58D5-B530-FDB1-A1F35A02FEBF}"/>
              </a:ext>
            </a:extLst>
          </p:cNvPr>
          <p:cNvSpPr>
            <a:spLocks/>
          </p:cNvSpPr>
          <p:nvPr/>
        </p:nvSpPr>
        <p:spPr bwMode="auto">
          <a:xfrm>
            <a:off x="2431203" y="4255131"/>
            <a:ext cx="3110051" cy="888350"/>
          </a:xfrm>
          <a:custGeom>
            <a:avLst/>
            <a:gdLst>
              <a:gd name="T0" fmla="*/ 232 w 1880"/>
              <a:gd name="T1" fmla="*/ 537 h 537"/>
              <a:gd name="T2" fmla="*/ 1650 w 1880"/>
              <a:gd name="T3" fmla="*/ 537 h 537"/>
              <a:gd name="T4" fmla="*/ 1880 w 1880"/>
              <a:gd name="T5" fmla="*/ 0 h 537"/>
              <a:gd name="T6" fmla="*/ 0 w 1880"/>
              <a:gd name="T7" fmla="*/ 0 h 537"/>
              <a:gd name="T8" fmla="*/ 232 w 1880"/>
              <a:gd name="T9" fmla="*/ 537 h 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80" h="537">
                <a:moveTo>
                  <a:pt x="232" y="537"/>
                </a:moveTo>
                <a:lnTo>
                  <a:pt x="1650" y="537"/>
                </a:lnTo>
                <a:lnTo>
                  <a:pt x="1880" y="0"/>
                </a:lnTo>
                <a:lnTo>
                  <a:pt x="0" y="0"/>
                </a:lnTo>
                <a:lnTo>
                  <a:pt x="232" y="537"/>
                </a:lnTo>
                <a:close/>
              </a:path>
            </a:pathLst>
          </a:custGeom>
          <a:solidFill>
            <a:srgbClr val="034EA2"/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062179-1556-4711-BCA0-0088B78251AD}"/>
              </a:ext>
            </a:extLst>
          </p:cNvPr>
          <p:cNvSpPr txBox="1"/>
          <p:nvPr/>
        </p:nvSpPr>
        <p:spPr>
          <a:xfrm>
            <a:off x="2689360" y="4510348"/>
            <a:ext cx="2593734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BR Omega VN" pitchFamily="2" charset="77"/>
              </a:rPr>
              <a:t>Intent</a:t>
            </a:r>
          </a:p>
        </p:txBody>
      </p:sp>
      <p:sp>
        <p:nvSpPr>
          <p:cNvPr id="35" name="Freeform 24">
            <a:extLst>
              <a:ext uri="{FF2B5EF4-FFF2-40B4-BE49-F238E27FC236}">
                <a16:creationId xmlns:a16="http://schemas.microsoft.com/office/drawing/2014/main" id="{3E5F6151-A510-2AD7-29E1-93BBC673D1A9}"/>
              </a:ext>
            </a:extLst>
          </p:cNvPr>
          <p:cNvSpPr>
            <a:spLocks/>
          </p:cNvSpPr>
          <p:nvPr/>
        </p:nvSpPr>
        <p:spPr bwMode="auto">
          <a:xfrm>
            <a:off x="2839810" y="5207998"/>
            <a:ext cx="2292836" cy="891659"/>
          </a:xfrm>
          <a:custGeom>
            <a:avLst/>
            <a:gdLst>
              <a:gd name="T0" fmla="*/ 232 w 1386"/>
              <a:gd name="T1" fmla="*/ 539 h 539"/>
              <a:gd name="T2" fmla="*/ 1154 w 1386"/>
              <a:gd name="T3" fmla="*/ 539 h 539"/>
              <a:gd name="T4" fmla="*/ 1386 w 1386"/>
              <a:gd name="T5" fmla="*/ 0 h 539"/>
              <a:gd name="T6" fmla="*/ 0 w 1386"/>
              <a:gd name="T7" fmla="*/ 0 h 539"/>
              <a:gd name="T8" fmla="*/ 232 w 1386"/>
              <a:gd name="T9" fmla="*/ 539 h 5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86" h="539">
                <a:moveTo>
                  <a:pt x="232" y="539"/>
                </a:moveTo>
                <a:lnTo>
                  <a:pt x="1154" y="539"/>
                </a:lnTo>
                <a:lnTo>
                  <a:pt x="1386" y="0"/>
                </a:lnTo>
                <a:lnTo>
                  <a:pt x="0" y="0"/>
                </a:lnTo>
                <a:lnTo>
                  <a:pt x="232" y="539"/>
                </a:lnTo>
                <a:close/>
              </a:path>
            </a:pathLst>
          </a:custGeom>
          <a:solidFill>
            <a:srgbClr val="19226D"/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9CB089-7515-A9D7-A61A-D162CBF912AE}"/>
              </a:ext>
            </a:extLst>
          </p:cNvPr>
          <p:cNvSpPr txBox="1"/>
          <p:nvPr/>
        </p:nvSpPr>
        <p:spPr>
          <a:xfrm>
            <a:off x="2689360" y="5424748"/>
            <a:ext cx="2593734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BR Omega VN" pitchFamily="2" charset="77"/>
              </a:rPr>
              <a:t>Conversion</a:t>
            </a:r>
          </a:p>
        </p:txBody>
      </p:sp>
      <p:sp>
        <p:nvSpPr>
          <p:cNvPr id="37" name="Round Diagonal Corner Rectangle 36">
            <a:extLst>
              <a:ext uri="{FF2B5EF4-FFF2-40B4-BE49-F238E27FC236}">
                <a16:creationId xmlns:a16="http://schemas.microsoft.com/office/drawing/2014/main" id="{9B54EDBC-7083-B99C-AE62-A512B9577AE4}"/>
              </a:ext>
            </a:extLst>
          </p:cNvPr>
          <p:cNvSpPr/>
          <p:nvPr/>
        </p:nvSpPr>
        <p:spPr>
          <a:xfrm>
            <a:off x="9607751" y="1375559"/>
            <a:ext cx="1018593" cy="888350"/>
          </a:xfrm>
          <a:prstGeom prst="round2DiagRect">
            <a:avLst/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BR Omega VN" pitchFamily="2" charset="77"/>
              </a:rPr>
              <a:t>01</a:t>
            </a:r>
          </a:p>
        </p:txBody>
      </p:sp>
      <p:sp>
        <p:nvSpPr>
          <p:cNvPr id="38" name="Round Diagonal Corner Rectangle 37">
            <a:extLst>
              <a:ext uri="{FF2B5EF4-FFF2-40B4-BE49-F238E27FC236}">
                <a16:creationId xmlns:a16="http://schemas.microsoft.com/office/drawing/2014/main" id="{A32FAFCF-6F34-2734-D955-B9F5D86FA72C}"/>
              </a:ext>
            </a:extLst>
          </p:cNvPr>
          <p:cNvSpPr/>
          <p:nvPr/>
        </p:nvSpPr>
        <p:spPr>
          <a:xfrm>
            <a:off x="9589917" y="2346916"/>
            <a:ext cx="1018593" cy="888350"/>
          </a:xfrm>
          <a:prstGeom prst="round2DiagRect">
            <a:avLst/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BR Omega VN" pitchFamily="2" charset="77"/>
              </a:rPr>
              <a:t>02</a:t>
            </a:r>
          </a:p>
        </p:txBody>
      </p:sp>
      <p:sp>
        <p:nvSpPr>
          <p:cNvPr id="39" name="Round Diagonal Corner Rectangle 38">
            <a:extLst>
              <a:ext uri="{FF2B5EF4-FFF2-40B4-BE49-F238E27FC236}">
                <a16:creationId xmlns:a16="http://schemas.microsoft.com/office/drawing/2014/main" id="{D5BD4773-8C1E-AAF3-6723-661F00D735ED}"/>
              </a:ext>
            </a:extLst>
          </p:cNvPr>
          <p:cNvSpPr/>
          <p:nvPr/>
        </p:nvSpPr>
        <p:spPr>
          <a:xfrm>
            <a:off x="9589917" y="3312046"/>
            <a:ext cx="1018593" cy="888350"/>
          </a:xfrm>
          <a:prstGeom prst="round2DiagRect">
            <a:avLst/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BR Omega VN" pitchFamily="2" charset="77"/>
              </a:rPr>
              <a:t>03</a:t>
            </a:r>
          </a:p>
        </p:txBody>
      </p:sp>
      <p:sp>
        <p:nvSpPr>
          <p:cNvPr id="40" name="Round Diagonal Corner Rectangle 39">
            <a:extLst>
              <a:ext uri="{FF2B5EF4-FFF2-40B4-BE49-F238E27FC236}">
                <a16:creationId xmlns:a16="http://schemas.microsoft.com/office/drawing/2014/main" id="{69EBD449-28F0-67EE-63F4-1935B4860A20}"/>
              </a:ext>
            </a:extLst>
          </p:cNvPr>
          <p:cNvSpPr/>
          <p:nvPr/>
        </p:nvSpPr>
        <p:spPr>
          <a:xfrm>
            <a:off x="9581673" y="4269048"/>
            <a:ext cx="1018593" cy="888350"/>
          </a:xfrm>
          <a:prstGeom prst="round2Diag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BR Omega VN" pitchFamily="2" charset="77"/>
              </a:rPr>
              <a:t>04</a:t>
            </a:r>
          </a:p>
        </p:txBody>
      </p:sp>
      <p:sp>
        <p:nvSpPr>
          <p:cNvPr id="41" name="Round Diagonal Corner Rectangle 40">
            <a:extLst>
              <a:ext uri="{FF2B5EF4-FFF2-40B4-BE49-F238E27FC236}">
                <a16:creationId xmlns:a16="http://schemas.microsoft.com/office/drawing/2014/main" id="{856BC7A2-730E-2148-E97E-439BC11B8720}"/>
              </a:ext>
            </a:extLst>
          </p:cNvPr>
          <p:cNvSpPr/>
          <p:nvPr/>
        </p:nvSpPr>
        <p:spPr>
          <a:xfrm>
            <a:off x="9589917" y="5221234"/>
            <a:ext cx="1018593" cy="888350"/>
          </a:xfrm>
          <a:prstGeom prst="round2DiagRect">
            <a:avLst/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BR Omega VN" pitchFamily="2" charset="77"/>
              </a:rPr>
              <a:t>05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233A452-B953-B75F-938F-6A203DA7280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7224" y="5360178"/>
            <a:ext cx="612181" cy="61046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7DD5E9B-1634-A569-6240-77EB9CCA7E2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9231" y="2491620"/>
            <a:ext cx="610461" cy="61218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EF4E68A-65F6-4733-9DAA-5E77E0EFE70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6680" y="4388923"/>
            <a:ext cx="612181" cy="61218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74258FF-F9E9-4D5D-2863-86804D86CDA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1113" y="3429000"/>
            <a:ext cx="610461" cy="61218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6FD7514-2743-B2F0-5B8B-C4E8C4B516F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6776" y="1529652"/>
            <a:ext cx="610461" cy="61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3446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17B1-9B99-0EB2-EBAC-8A773A74C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2B6F8D-A1BC-D253-AE6F-FC005D914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28</a:t>
            </a:fld>
            <a:endParaRPr lang="x-none"/>
          </a:p>
        </p:txBody>
      </p:sp>
      <p:sp>
        <p:nvSpPr>
          <p:cNvPr id="4" name="Freeform: Shape 76">
            <a:extLst>
              <a:ext uri="{FF2B5EF4-FFF2-40B4-BE49-F238E27FC236}">
                <a16:creationId xmlns:a16="http://schemas.microsoft.com/office/drawing/2014/main" id="{DCD5B822-76E0-40DB-0EC5-F7266682BBB9}"/>
              </a:ext>
            </a:extLst>
          </p:cNvPr>
          <p:cNvSpPr/>
          <p:nvPr/>
        </p:nvSpPr>
        <p:spPr>
          <a:xfrm>
            <a:off x="3430619" y="2226737"/>
            <a:ext cx="2624865" cy="3671082"/>
          </a:xfrm>
          <a:custGeom>
            <a:avLst/>
            <a:gdLst>
              <a:gd name="connsiteX0" fmla="*/ 0 w 2657373"/>
              <a:gd name="connsiteY0" fmla="*/ 0 h 5285148"/>
              <a:gd name="connsiteX1" fmla="*/ 2657373 w 2657373"/>
              <a:gd name="connsiteY1" fmla="*/ 0 h 5285148"/>
              <a:gd name="connsiteX2" fmla="*/ 2657373 w 2657373"/>
              <a:gd name="connsiteY2" fmla="*/ 5285148 h 5285148"/>
              <a:gd name="connsiteX3" fmla="*/ 0 w 2657373"/>
              <a:gd name="connsiteY3" fmla="*/ 5285148 h 5285148"/>
              <a:gd name="connsiteX4" fmla="*/ 0 w 2657373"/>
              <a:gd name="connsiteY4" fmla="*/ 0 h 528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7373" h="5285148">
                <a:moveTo>
                  <a:pt x="0" y="0"/>
                </a:moveTo>
                <a:lnTo>
                  <a:pt x="2657373" y="0"/>
                </a:lnTo>
                <a:lnTo>
                  <a:pt x="2657373" y="5285148"/>
                </a:lnTo>
                <a:lnTo>
                  <a:pt x="0" y="528514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78">
            <a:extLst>
              <a:ext uri="{FF2B5EF4-FFF2-40B4-BE49-F238E27FC236}">
                <a16:creationId xmlns:a16="http://schemas.microsoft.com/office/drawing/2014/main" id="{C9DCFF5D-8333-8349-B28D-187747033AA4}"/>
              </a:ext>
            </a:extLst>
          </p:cNvPr>
          <p:cNvSpPr/>
          <p:nvPr/>
        </p:nvSpPr>
        <p:spPr>
          <a:xfrm>
            <a:off x="8821515" y="2286889"/>
            <a:ext cx="2624863" cy="3671082"/>
          </a:xfrm>
          <a:custGeom>
            <a:avLst/>
            <a:gdLst>
              <a:gd name="connsiteX0" fmla="*/ 0 w 2657371"/>
              <a:gd name="connsiteY0" fmla="*/ 0 h 5285148"/>
              <a:gd name="connsiteX1" fmla="*/ 2657371 w 2657371"/>
              <a:gd name="connsiteY1" fmla="*/ 0 h 5285148"/>
              <a:gd name="connsiteX2" fmla="*/ 2657371 w 2657371"/>
              <a:gd name="connsiteY2" fmla="*/ 5285148 h 5285148"/>
              <a:gd name="connsiteX3" fmla="*/ 0 w 2657371"/>
              <a:gd name="connsiteY3" fmla="*/ 5285148 h 5285148"/>
              <a:gd name="connsiteX4" fmla="*/ 0 w 2657371"/>
              <a:gd name="connsiteY4" fmla="*/ 0 h 528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7371" h="5285148">
                <a:moveTo>
                  <a:pt x="0" y="0"/>
                </a:moveTo>
                <a:lnTo>
                  <a:pt x="2657371" y="0"/>
                </a:lnTo>
                <a:lnTo>
                  <a:pt x="2657371" y="5285148"/>
                </a:lnTo>
                <a:lnTo>
                  <a:pt x="0" y="528514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77">
            <a:extLst>
              <a:ext uri="{FF2B5EF4-FFF2-40B4-BE49-F238E27FC236}">
                <a16:creationId xmlns:a16="http://schemas.microsoft.com/office/drawing/2014/main" id="{A9FAF5C5-9288-F158-36DB-AEC498E405FD}"/>
              </a:ext>
            </a:extLst>
          </p:cNvPr>
          <p:cNvSpPr/>
          <p:nvPr/>
        </p:nvSpPr>
        <p:spPr>
          <a:xfrm>
            <a:off x="6127052" y="2286889"/>
            <a:ext cx="2624865" cy="3671082"/>
          </a:xfrm>
          <a:custGeom>
            <a:avLst/>
            <a:gdLst>
              <a:gd name="connsiteX0" fmla="*/ 0 w 2657373"/>
              <a:gd name="connsiteY0" fmla="*/ 0 h 5285148"/>
              <a:gd name="connsiteX1" fmla="*/ 2657373 w 2657373"/>
              <a:gd name="connsiteY1" fmla="*/ 0 h 5285148"/>
              <a:gd name="connsiteX2" fmla="*/ 2657373 w 2657373"/>
              <a:gd name="connsiteY2" fmla="*/ 5285148 h 5285148"/>
              <a:gd name="connsiteX3" fmla="*/ 0 w 2657373"/>
              <a:gd name="connsiteY3" fmla="*/ 5285148 h 5285148"/>
              <a:gd name="connsiteX4" fmla="*/ 0 w 2657373"/>
              <a:gd name="connsiteY4" fmla="*/ 0 h 528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7373" h="5285148">
                <a:moveTo>
                  <a:pt x="0" y="0"/>
                </a:moveTo>
                <a:lnTo>
                  <a:pt x="2657373" y="0"/>
                </a:lnTo>
                <a:lnTo>
                  <a:pt x="2657373" y="5285148"/>
                </a:lnTo>
                <a:lnTo>
                  <a:pt x="0" y="528514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73">
            <a:extLst>
              <a:ext uri="{FF2B5EF4-FFF2-40B4-BE49-F238E27FC236}">
                <a16:creationId xmlns:a16="http://schemas.microsoft.com/office/drawing/2014/main" id="{33B5D718-DB64-F268-D0DD-1747E6B6D225}"/>
              </a:ext>
            </a:extLst>
          </p:cNvPr>
          <p:cNvSpPr/>
          <p:nvPr/>
        </p:nvSpPr>
        <p:spPr>
          <a:xfrm>
            <a:off x="745626" y="2286889"/>
            <a:ext cx="2624863" cy="3671082"/>
          </a:xfrm>
          <a:custGeom>
            <a:avLst/>
            <a:gdLst>
              <a:gd name="connsiteX0" fmla="*/ 0 w 2657371"/>
              <a:gd name="connsiteY0" fmla="*/ 0 h 5285148"/>
              <a:gd name="connsiteX1" fmla="*/ 2657371 w 2657371"/>
              <a:gd name="connsiteY1" fmla="*/ 0 h 5285148"/>
              <a:gd name="connsiteX2" fmla="*/ 2657371 w 2657371"/>
              <a:gd name="connsiteY2" fmla="*/ 5285148 h 5285148"/>
              <a:gd name="connsiteX3" fmla="*/ 0 w 2657371"/>
              <a:gd name="connsiteY3" fmla="*/ 5285148 h 5285148"/>
              <a:gd name="connsiteX4" fmla="*/ 0 w 2657371"/>
              <a:gd name="connsiteY4" fmla="*/ 0 h 528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7371" h="5285148">
                <a:moveTo>
                  <a:pt x="0" y="0"/>
                </a:moveTo>
                <a:lnTo>
                  <a:pt x="2657371" y="0"/>
                </a:lnTo>
                <a:lnTo>
                  <a:pt x="2657371" y="5285148"/>
                </a:lnTo>
                <a:lnTo>
                  <a:pt x="0" y="528514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ubtitle 6">
            <a:extLst>
              <a:ext uri="{FF2B5EF4-FFF2-40B4-BE49-F238E27FC236}">
                <a16:creationId xmlns:a16="http://schemas.microsoft.com/office/drawing/2014/main" id="{E3DE00DA-8F14-4207-0321-DA753D8080A2}"/>
              </a:ext>
            </a:extLst>
          </p:cNvPr>
          <p:cNvSpPr txBox="1">
            <a:spLocks/>
          </p:cNvSpPr>
          <p:nvPr/>
        </p:nvSpPr>
        <p:spPr>
          <a:xfrm>
            <a:off x="525780" y="1107020"/>
            <a:ext cx="11569888" cy="266629"/>
          </a:xfrm>
          <a:prstGeom prst="rect">
            <a:avLst/>
          </a:prstGeom>
        </p:spPr>
        <p:txBody>
          <a:bodyPr vert="horz" lIns="91440" tIns="45720" rIns="91440" bIns="45720" numCol="1" spcCol="36576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kern="1200">
                <a:solidFill>
                  <a:schemeClr val="accent1"/>
                </a:solidFill>
                <a:latin typeface="Montserrat Light" charset="0"/>
                <a:ea typeface="Montserrat Light" charset="0"/>
                <a:cs typeface="Montserrat Light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 i="0" kern="120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0" kern="120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0" kern="120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the sample dummy text insert your desired text here because this is the dummy text.</a:t>
            </a:r>
          </a:p>
        </p:txBody>
      </p:sp>
      <p:sp>
        <p:nvSpPr>
          <p:cNvPr id="11" name="Freeform: Shape 81">
            <a:extLst>
              <a:ext uri="{FF2B5EF4-FFF2-40B4-BE49-F238E27FC236}">
                <a16:creationId xmlns:a16="http://schemas.microsoft.com/office/drawing/2014/main" id="{6ACE9BF4-63F1-0C8A-9F76-0D2B1D94810B}"/>
              </a:ext>
            </a:extLst>
          </p:cNvPr>
          <p:cNvSpPr/>
          <p:nvPr/>
        </p:nvSpPr>
        <p:spPr>
          <a:xfrm rot="10800000" flipV="1">
            <a:off x="745623" y="5380342"/>
            <a:ext cx="2624863" cy="577628"/>
          </a:xfrm>
          <a:custGeom>
            <a:avLst/>
            <a:gdLst>
              <a:gd name="connsiteX0" fmla="*/ 0 w 2657371"/>
              <a:gd name="connsiteY0" fmla="*/ 0 h 5285148"/>
              <a:gd name="connsiteX1" fmla="*/ 2657371 w 2657371"/>
              <a:gd name="connsiteY1" fmla="*/ 0 h 5285148"/>
              <a:gd name="connsiteX2" fmla="*/ 2657371 w 2657371"/>
              <a:gd name="connsiteY2" fmla="*/ 5285148 h 5285148"/>
              <a:gd name="connsiteX3" fmla="*/ 0 w 2657371"/>
              <a:gd name="connsiteY3" fmla="*/ 5285148 h 5285148"/>
              <a:gd name="connsiteX4" fmla="*/ 0 w 2657371"/>
              <a:gd name="connsiteY4" fmla="*/ 0 h 528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7371" h="5285148">
                <a:moveTo>
                  <a:pt x="0" y="0"/>
                </a:moveTo>
                <a:lnTo>
                  <a:pt x="2657371" y="0"/>
                </a:lnTo>
                <a:lnTo>
                  <a:pt x="2657371" y="5285148"/>
                </a:lnTo>
                <a:lnTo>
                  <a:pt x="0" y="528514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37EF62-E54B-AE03-71B6-6D147ECD9BAB}"/>
              </a:ext>
            </a:extLst>
          </p:cNvPr>
          <p:cNvSpPr txBox="1"/>
          <p:nvPr/>
        </p:nvSpPr>
        <p:spPr>
          <a:xfrm>
            <a:off x="1160117" y="2716046"/>
            <a:ext cx="16807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33B2C1"/>
                </a:solidFill>
                <a:latin typeface="BR Omega VN" pitchFamily="2" charset="77"/>
                <a:ea typeface="Lato" panose="020F0502020204030203" pitchFamily="34" charset="0"/>
                <a:cs typeface="Lato" panose="020F0502020204030203" pitchFamily="34" charset="0"/>
              </a:rPr>
              <a:t>FREE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9CF487-32EC-80E4-3D37-E8FAAFE3561C}"/>
              </a:ext>
            </a:extLst>
          </p:cNvPr>
          <p:cNvSpPr txBox="1"/>
          <p:nvPr/>
        </p:nvSpPr>
        <p:spPr>
          <a:xfrm>
            <a:off x="1036002" y="3057918"/>
            <a:ext cx="2124337" cy="483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the sample dummy text insert your desired 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8606DE-7E22-1F54-DD19-6160397079B6}"/>
              </a:ext>
            </a:extLst>
          </p:cNvPr>
          <p:cNvSpPr txBox="1"/>
          <p:nvPr/>
        </p:nvSpPr>
        <p:spPr>
          <a:xfrm>
            <a:off x="1109251" y="5504613"/>
            <a:ext cx="1782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33B2C1"/>
                </a:solidFill>
                <a:latin typeface="BR Omega VN" pitchFamily="2" charset="77"/>
                <a:ea typeface="Lato" panose="020F0502020204030203" pitchFamily="34" charset="0"/>
                <a:cs typeface="Lato" panose="020F0502020204030203" pitchFamily="34" charset="0"/>
              </a:rPr>
              <a:t>GET THIS PLAN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DEA69B-6985-BDF0-2D72-3DD3AA6BA769}"/>
              </a:ext>
            </a:extLst>
          </p:cNvPr>
          <p:cNvSpPr txBox="1"/>
          <p:nvPr/>
        </p:nvSpPr>
        <p:spPr>
          <a:xfrm>
            <a:off x="1060470" y="3521139"/>
            <a:ext cx="1880014" cy="1761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Up to 50 user 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Max 100 item / month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100 queries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Basic Statistic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Email Support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9743F3-BD8F-ECCF-1EBA-966E4A261493}"/>
              </a:ext>
            </a:extLst>
          </p:cNvPr>
          <p:cNvCxnSpPr>
            <a:cxnSpLocks/>
          </p:cNvCxnSpPr>
          <p:nvPr/>
        </p:nvCxnSpPr>
        <p:spPr>
          <a:xfrm>
            <a:off x="1016323" y="3580142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5BC59A-94A4-84E1-409B-3B8930A8225F}"/>
              </a:ext>
            </a:extLst>
          </p:cNvPr>
          <p:cNvCxnSpPr>
            <a:cxnSpLocks/>
          </p:cNvCxnSpPr>
          <p:nvPr/>
        </p:nvCxnSpPr>
        <p:spPr>
          <a:xfrm>
            <a:off x="1016323" y="3933758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3FB8E0-B39A-EC28-4C7E-184F99EDE5D8}"/>
              </a:ext>
            </a:extLst>
          </p:cNvPr>
          <p:cNvCxnSpPr>
            <a:cxnSpLocks/>
          </p:cNvCxnSpPr>
          <p:nvPr/>
        </p:nvCxnSpPr>
        <p:spPr>
          <a:xfrm>
            <a:off x="1016323" y="4287373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C9E8A9-A1BB-A8CA-2396-FE88DABB532A}"/>
              </a:ext>
            </a:extLst>
          </p:cNvPr>
          <p:cNvCxnSpPr>
            <a:cxnSpLocks/>
          </p:cNvCxnSpPr>
          <p:nvPr/>
        </p:nvCxnSpPr>
        <p:spPr>
          <a:xfrm>
            <a:off x="1016323" y="4640989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DA20CE-0DAD-AA59-0E15-C6AAD5C97D7E}"/>
              </a:ext>
            </a:extLst>
          </p:cNvPr>
          <p:cNvCxnSpPr>
            <a:cxnSpLocks/>
          </p:cNvCxnSpPr>
          <p:nvPr/>
        </p:nvCxnSpPr>
        <p:spPr>
          <a:xfrm>
            <a:off x="1016323" y="4994604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61B2459-D99C-BCE9-F9C1-95D4DE53429E}"/>
              </a:ext>
            </a:extLst>
          </p:cNvPr>
          <p:cNvSpPr txBox="1"/>
          <p:nvPr/>
        </p:nvSpPr>
        <p:spPr>
          <a:xfrm>
            <a:off x="3686597" y="3057918"/>
            <a:ext cx="2124337" cy="483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the sample dummy text insert your desired text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EDD0FA-8990-952A-835A-339182221927}"/>
              </a:ext>
            </a:extLst>
          </p:cNvPr>
          <p:cNvSpPr txBox="1"/>
          <p:nvPr/>
        </p:nvSpPr>
        <p:spPr>
          <a:xfrm>
            <a:off x="6369855" y="3057918"/>
            <a:ext cx="2124337" cy="483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the sample dummy text insert your desired text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717ECD-BAE8-5E19-A786-8B3A3E5C11C7}"/>
              </a:ext>
            </a:extLst>
          </p:cNvPr>
          <p:cNvSpPr txBox="1"/>
          <p:nvPr/>
        </p:nvSpPr>
        <p:spPr>
          <a:xfrm>
            <a:off x="9073791" y="3057918"/>
            <a:ext cx="2124337" cy="483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the sample dummy text insert your desired text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1AD732-C5BF-DD7E-2EA7-35260AB0A0BB}"/>
              </a:ext>
            </a:extLst>
          </p:cNvPr>
          <p:cNvSpPr txBox="1"/>
          <p:nvPr/>
        </p:nvSpPr>
        <p:spPr>
          <a:xfrm>
            <a:off x="3734294" y="2716046"/>
            <a:ext cx="205352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50B848"/>
                </a:solidFill>
                <a:latin typeface="BR Omega VN" pitchFamily="2" charset="77"/>
                <a:ea typeface="Lato" panose="020F0502020204030203" pitchFamily="34" charset="0"/>
                <a:cs typeface="Lato" panose="020F0502020204030203" pitchFamily="34" charset="0"/>
              </a:rPr>
              <a:t>STANDARD</a:t>
            </a:r>
          </a:p>
        </p:txBody>
      </p:sp>
      <p:sp>
        <p:nvSpPr>
          <p:cNvPr id="25" name="Freeform: Shape 138">
            <a:extLst>
              <a:ext uri="{FF2B5EF4-FFF2-40B4-BE49-F238E27FC236}">
                <a16:creationId xmlns:a16="http://schemas.microsoft.com/office/drawing/2014/main" id="{7F0992E2-4628-DA55-F27E-5AF4E969B222}"/>
              </a:ext>
            </a:extLst>
          </p:cNvPr>
          <p:cNvSpPr/>
          <p:nvPr/>
        </p:nvSpPr>
        <p:spPr>
          <a:xfrm rot="10800000" flipV="1">
            <a:off x="3436336" y="5380342"/>
            <a:ext cx="2624863" cy="577628"/>
          </a:xfrm>
          <a:custGeom>
            <a:avLst/>
            <a:gdLst>
              <a:gd name="connsiteX0" fmla="*/ 0 w 2657371"/>
              <a:gd name="connsiteY0" fmla="*/ 0 h 5285148"/>
              <a:gd name="connsiteX1" fmla="*/ 2657371 w 2657371"/>
              <a:gd name="connsiteY1" fmla="*/ 0 h 5285148"/>
              <a:gd name="connsiteX2" fmla="*/ 2657371 w 2657371"/>
              <a:gd name="connsiteY2" fmla="*/ 5285148 h 5285148"/>
              <a:gd name="connsiteX3" fmla="*/ 0 w 2657371"/>
              <a:gd name="connsiteY3" fmla="*/ 5285148 h 5285148"/>
              <a:gd name="connsiteX4" fmla="*/ 0 w 2657371"/>
              <a:gd name="connsiteY4" fmla="*/ 0 h 528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7371" h="5285148">
                <a:moveTo>
                  <a:pt x="0" y="0"/>
                </a:moveTo>
                <a:lnTo>
                  <a:pt x="2657371" y="0"/>
                </a:lnTo>
                <a:lnTo>
                  <a:pt x="2657371" y="5285148"/>
                </a:lnTo>
                <a:lnTo>
                  <a:pt x="0" y="528514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9B4626-97DB-E0EB-34FA-905C9321F8AE}"/>
              </a:ext>
            </a:extLst>
          </p:cNvPr>
          <p:cNvSpPr txBox="1"/>
          <p:nvPr/>
        </p:nvSpPr>
        <p:spPr>
          <a:xfrm>
            <a:off x="3857541" y="5504613"/>
            <a:ext cx="1782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50B848"/>
                </a:solidFill>
                <a:latin typeface="BR Omega VN" pitchFamily="2" charset="77"/>
                <a:ea typeface="Lato" panose="020F0502020204030203" pitchFamily="34" charset="0"/>
                <a:cs typeface="Lato" panose="020F0502020204030203" pitchFamily="34" charset="0"/>
              </a:rPr>
              <a:t>GET THIS PLAN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52A446-58EC-4776-C6A7-D32DC3A8D89F}"/>
              </a:ext>
            </a:extLst>
          </p:cNvPr>
          <p:cNvSpPr txBox="1"/>
          <p:nvPr/>
        </p:nvSpPr>
        <p:spPr>
          <a:xfrm>
            <a:off x="3763199" y="3521139"/>
            <a:ext cx="1880014" cy="1761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Up to 50 user 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Max 100 item / month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100 queries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Basic Statistic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Email Support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9B639F5-7218-730D-1E56-A4612F01C0C5}"/>
              </a:ext>
            </a:extLst>
          </p:cNvPr>
          <p:cNvCxnSpPr>
            <a:cxnSpLocks/>
          </p:cNvCxnSpPr>
          <p:nvPr/>
        </p:nvCxnSpPr>
        <p:spPr>
          <a:xfrm>
            <a:off x="3719052" y="3580142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AB3DCB9-4E30-9C71-85E5-FBC934EEF56B}"/>
              </a:ext>
            </a:extLst>
          </p:cNvPr>
          <p:cNvCxnSpPr>
            <a:cxnSpLocks/>
          </p:cNvCxnSpPr>
          <p:nvPr/>
        </p:nvCxnSpPr>
        <p:spPr>
          <a:xfrm>
            <a:off x="3719052" y="3933758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C2507CD-E7DE-F19B-663E-78D306CA1C39}"/>
              </a:ext>
            </a:extLst>
          </p:cNvPr>
          <p:cNvCxnSpPr>
            <a:cxnSpLocks/>
          </p:cNvCxnSpPr>
          <p:nvPr/>
        </p:nvCxnSpPr>
        <p:spPr>
          <a:xfrm>
            <a:off x="3719052" y="4287373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7543474-7A32-EAC4-EFEF-A5AC2597389A}"/>
              </a:ext>
            </a:extLst>
          </p:cNvPr>
          <p:cNvCxnSpPr>
            <a:cxnSpLocks/>
          </p:cNvCxnSpPr>
          <p:nvPr/>
        </p:nvCxnSpPr>
        <p:spPr>
          <a:xfrm>
            <a:off x="3719052" y="4640989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06E4BA9-68D5-F7B3-49AA-D4A7ABEE8DBD}"/>
              </a:ext>
            </a:extLst>
          </p:cNvPr>
          <p:cNvCxnSpPr>
            <a:cxnSpLocks/>
          </p:cNvCxnSpPr>
          <p:nvPr/>
        </p:nvCxnSpPr>
        <p:spPr>
          <a:xfrm>
            <a:off x="3719052" y="4994604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7F74419-852A-8FBC-0A73-6CA3D83488ED}"/>
              </a:ext>
            </a:extLst>
          </p:cNvPr>
          <p:cNvSpPr txBox="1"/>
          <p:nvPr/>
        </p:nvSpPr>
        <p:spPr>
          <a:xfrm>
            <a:off x="6422390" y="2726700"/>
            <a:ext cx="205352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34EA2"/>
                </a:solidFill>
                <a:latin typeface="BR Omega VN" pitchFamily="2" charset="77"/>
                <a:ea typeface="Lato" panose="020F0502020204030203" pitchFamily="34" charset="0"/>
                <a:cs typeface="Lato" panose="020F0502020204030203" pitchFamily="34" charset="0"/>
              </a:rPr>
              <a:t>PROFESSIONAL</a:t>
            </a:r>
          </a:p>
        </p:txBody>
      </p:sp>
      <p:sp>
        <p:nvSpPr>
          <p:cNvPr id="34" name="Freeform: Shape 152">
            <a:extLst>
              <a:ext uri="{FF2B5EF4-FFF2-40B4-BE49-F238E27FC236}">
                <a16:creationId xmlns:a16="http://schemas.microsoft.com/office/drawing/2014/main" id="{A02C3D8B-0F92-EBCA-CEC5-3D9A6176C3D6}"/>
              </a:ext>
            </a:extLst>
          </p:cNvPr>
          <p:cNvSpPr/>
          <p:nvPr/>
        </p:nvSpPr>
        <p:spPr>
          <a:xfrm rot="10800000" flipV="1">
            <a:off x="6127054" y="5380342"/>
            <a:ext cx="2624863" cy="577628"/>
          </a:xfrm>
          <a:custGeom>
            <a:avLst/>
            <a:gdLst>
              <a:gd name="connsiteX0" fmla="*/ 0 w 2657371"/>
              <a:gd name="connsiteY0" fmla="*/ 0 h 5285148"/>
              <a:gd name="connsiteX1" fmla="*/ 2657371 w 2657371"/>
              <a:gd name="connsiteY1" fmla="*/ 0 h 5285148"/>
              <a:gd name="connsiteX2" fmla="*/ 2657371 w 2657371"/>
              <a:gd name="connsiteY2" fmla="*/ 5285148 h 5285148"/>
              <a:gd name="connsiteX3" fmla="*/ 0 w 2657371"/>
              <a:gd name="connsiteY3" fmla="*/ 5285148 h 5285148"/>
              <a:gd name="connsiteX4" fmla="*/ 0 w 2657371"/>
              <a:gd name="connsiteY4" fmla="*/ 0 h 528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7371" h="5285148">
                <a:moveTo>
                  <a:pt x="0" y="0"/>
                </a:moveTo>
                <a:lnTo>
                  <a:pt x="2657371" y="0"/>
                </a:lnTo>
                <a:lnTo>
                  <a:pt x="2657371" y="5285148"/>
                </a:lnTo>
                <a:lnTo>
                  <a:pt x="0" y="528514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591416-DE3A-6C20-3AF6-813818A4A602}"/>
              </a:ext>
            </a:extLst>
          </p:cNvPr>
          <p:cNvSpPr txBox="1"/>
          <p:nvPr/>
        </p:nvSpPr>
        <p:spPr>
          <a:xfrm>
            <a:off x="6548259" y="5515267"/>
            <a:ext cx="1782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34EA2"/>
                </a:solidFill>
                <a:latin typeface="BR Omega VN" pitchFamily="2" charset="77"/>
                <a:ea typeface="Lato" panose="020F0502020204030203" pitchFamily="34" charset="0"/>
                <a:cs typeface="Lato" panose="020F0502020204030203" pitchFamily="34" charset="0"/>
              </a:rPr>
              <a:t>GET THIS PLAN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6F6149-FEED-883F-4046-3D6A15EDFE4B}"/>
              </a:ext>
            </a:extLst>
          </p:cNvPr>
          <p:cNvSpPr txBox="1"/>
          <p:nvPr/>
        </p:nvSpPr>
        <p:spPr>
          <a:xfrm>
            <a:off x="6453917" y="3521139"/>
            <a:ext cx="1880014" cy="1761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Up to 50 user 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Max 100 item / month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100 queries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Basic Statistic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Email Support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EA00B19-638E-DC60-4620-E4A0446426CD}"/>
              </a:ext>
            </a:extLst>
          </p:cNvPr>
          <p:cNvCxnSpPr>
            <a:cxnSpLocks/>
          </p:cNvCxnSpPr>
          <p:nvPr/>
        </p:nvCxnSpPr>
        <p:spPr>
          <a:xfrm>
            <a:off x="6409770" y="3580142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52710F4-CDE9-AD10-F5B4-83520AD7D373}"/>
              </a:ext>
            </a:extLst>
          </p:cNvPr>
          <p:cNvCxnSpPr>
            <a:cxnSpLocks/>
          </p:cNvCxnSpPr>
          <p:nvPr/>
        </p:nvCxnSpPr>
        <p:spPr>
          <a:xfrm>
            <a:off x="6409770" y="3933758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190DFBC-4691-BF14-9AE3-68131AC84032}"/>
              </a:ext>
            </a:extLst>
          </p:cNvPr>
          <p:cNvCxnSpPr>
            <a:cxnSpLocks/>
          </p:cNvCxnSpPr>
          <p:nvPr/>
        </p:nvCxnSpPr>
        <p:spPr>
          <a:xfrm>
            <a:off x="6409770" y="4287373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ECA7090-8222-35B5-CBD8-D8339E88208D}"/>
              </a:ext>
            </a:extLst>
          </p:cNvPr>
          <p:cNvCxnSpPr>
            <a:cxnSpLocks/>
          </p:cNvCxnSpPr>
          <p:nvPr/>
        </p:nvCxnSpPr>
        <p:spPr>
          <a:xfrm>
            <a:off x="6409770" y="4640989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21525AD-0179-C996-AFED-6067D5AFE7A6}"/>
              </a:ext>
            </a:extLst>
          </p:cNvPr>
          <p:cNvCxnSpPr>
            <a:cxnSpLocks/>
          </p:cNvCxnSpPr>
          <p:nvPr/>
        </p:nvCxnSpPr>
        <p:spPr>
          <a:xfrm>
            <a:off x="6409770" y="4994604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987F5E6-5A92-E12D-1775-EA74CC5E66E7}"/>
              </a:ext>
            </a:extLst>
          </p:cNvPr>
          <p:cNvSpPr txBox="1"/>
          <p:nvPr/>
        </p:nvSpPr>
        <p:spPr>
          <a:xfrm>
            <a:off x="9109196" y="2716046"/>
            <a:ext cx="205352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F37121"/>
                </a:solidFill>
                <a:latin typeface="BR Omega VN" pitchFamily="2" charset="77"/>
                <a:ea typeface="Lato" panose="020F0502020204030203" pitchFamily="34" charset="0"/>
                <a:cs typeface="Lato" panose="020F0502020204030203" pitchFamily="34" charset="0"/>
              </a:rPr>
              <a:t>STANDARD</a:t>
            </a:r>
          </a:p>
        </p:txBody>
      </p:sp>
      <p:sp>
        <p:nvSpPr>
          <p:cNvPr id="43" name="Freeform: Shape 160">
            <a:extLst>
              <a:ext uri="{FF2B5EF4-FFF2-40B4-BE49-F238E27FC236}">
                <a16:creationId xmlns:a16="http://schemas.microsoft.com/office/drawing/2014/main" id="{10ECC3F2-BCBB-1F9C-8F56-677CE91509DF}"/>
              </a:ext>
            </a:extLst>
          </p:cNvPr>
          <p:cNvSpPr/>
          <p:nvPr/>
        </p:nvSpPr>
        <p:spPr>
          <a:xfrm rot="10800000" flipV="1">
            <a:off x="8817764" y="5380342"/>
            <a:ext cx="2624863" cy="577628"/>
          </a:xfrm>
          <a:custGeom>
            <a:avLst/>
            <a:gdLst>
              <a:gd name="connsiteX0" fmla="*/ 0 w 2657371"/>
              <a:gd name="connsiteY0" fmla="*/ 0 h 5285148"/>
              <a:gd name="connsiteX1" fmla="*/ 2657371 w 2657371"/>
              <a:gd name="connsiteY1" fmla="*/ 0 h 5285148"/>
              <a:gd name="connsiteX2" fmla="*/ 2657371 w 2657371"/>
              <a:gd name="connsiteY2" fmla="*/ 5285148 h 5285148"/>
              <a:gd name="connsiteX3" fmla="*/ 0 w 2657371"/>
              <a:gd name="connsiteY3" fmla="*/ 5285148 h 5285148"/>
              <a:gd name="connsiteX4" fmla="*/ 0 w 2657371"/>
              <a:gd name="connsiteY4" fmla="*/ 0 h 528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7371" h="5285148">
                <a:moveTo>
                  <a:pt x="0" y="0"/>
                </a:moveTo>
                <a:lnTo>
                  <a:pt x="2657371" y="0"/>
                </a:lnTo>
                <a:lnTo>
                  <a:pt x="2657371" y="5285148"/>
                </a:lnTo>
                <a:lnTo>
                  <a:pt x="0" y="528514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ED2015-AD2A-1958-C384-FFD97C21DCAF}"/>
              </a:ext>
            </a:extLst>
          </p:cNvPr>
          <p:cNvSpPr txBox="1"/>
          <p:nvPr/>
        </p:nvSpPr>
        <p:spPr>
          <a:xfrm>
            <a:off x="9244733" y="5504613"/>
            <a:ext cx="1782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37121"/>
                </a:solidFill>
                <a:latin typeface="BR Omega VN" pitchFamily="2" charset="77"/>
                <a:ea typeface="Lato" panose="020F0502020204030203" pitchFamily="34" charset="0"/>
                <a:cs typeface="Lato" panose="020F0502020204030203" pitchFamily="34" charset="0"/>
              </a:rPr>
              <a:t>GET THIS PLAN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8B6399-AFEE-07B9-D56D-EC25CB90F0B6}"/>
              </a:ext>
            </a:extLst>
          </p:cNvPr>
          <p:cNvSpPr txBox="1"/>
          <p:nvPr/>
        </p:nvSpPr>
        <p:spPr>
          <a:xfrm>
            <a:off x="9195952" y="3521139"/>
            <a:ext cx="1880014" cy="1761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Up to 50 user 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Max 100 item / month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100 queries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Basic Statistic</a:t>
            </a:r>
          </a:p>
          <a:p>
            <a:pPr algn="ctr">
              <a:lnSpc>
                <a:spcPts val="2700"/>
              </a:lnSpc>
            </a:pPr>
            <a:r>
              <a:rPr lang="en-US" sz="1100" dirty="0">
                <a:solidFill>
                  <a:schemeClr val="accent5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Email Support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2D6E8AB-8CF1-AFDA-1A43-1FAF0BCE484E}"/>
              </a:ext>
            </a:extLst>
          </p:cNvPr>
          <p:cNvCxnSpPr>
            <a:cxnSpLocks/>
          </p:cNvCxnSpPr>
          <p:nvPr/>
        </p:nvCxnSpPr>
        <p:spPr>
          <a:xfrm>
            <a:off x="9100480" y="3580142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26ADE00-6AAC-1F5B-5101-5F199F90719B}"/>
              </a:ext>
            </a:extLst>
          </p:cNvPr>
          <p:cNvCxnSpPr>
            <a:cxnSpLocks/>
          </p:cNvCxnSpPr>
          <p:nvPr/>
        </p:nvCxnSpPr>
        <p:spPr>
          <a:xfrm>
            <a:off x="9100480" y="3933758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1141F4F-CAEB-7ED8-799B-F02BD1F1CBF1}"/>
              </a:ext>
            </a:extLst>
          </p:cNvPr>
          <p:cNvCxnSpPr>
            <a:cxnSpLocks/>
          </p:cNvCxnSpPr>
          <p:nvPr/>
        </p:nvCxnSpPr>
        <p:spPr>
          <a:xfrm>
            <a:off x="9100480" y="4287373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9131740-BA56-111E-DE05-BB10959526CA}"/>
              </a:ext>
            </a:extLst>
          </p:cNvPr>
          <p:cNvCxnSpPr>
            <a:cxnSpLocks/>
          </p:cNvCxnSpPr>
          <p:nvPr/>
        </p:nvCxnSpPr>
        <p:spPr>
          <a:xfrm>
            <a:off x="9100480" y="4640989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9C7262B-191F-0FEE-85FD-5456DCF0AE63}"/>
              </a:ext>
            </a:extLst>
          </p:cNvPr>
          <p:cNvCxnSpPr>
            <a:cxnSpLocks/>
          </p:cNvCxnSpPr>
          <p:nvPr/>
        </p:nvCxnSpPr>
        <p:spPr>
          <a:xfrm>
            <a:off x="9100480" y="4994604"/>
            <a:ext cx="2059429" cy="0"/>
          </a:xfrm>
          <a:prstGeom prst="line">
            <a:avLst/>
          </a:prstGeom>
          <a:ln w="889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 Diagonal Corner Rectangle 50">
            <a:extLst>
              <a:ext uri="{FF2B5EF4-FFF2-40B4-BE49-F238E27FC236}">
                <a16:creationId xmlns:a16="http://schemas.microsoft.com/office/drawing/2014/main" id="{A1E2E8DA-DA13-ADF2-2D0A-E849F2494BBC}"/>
              </a:ext>
            </a:extLst>
          </p:cNvPr>
          <p:cNvSpPr/>
          <p:nvPr/>
        </p:nvSpPr>
        <p:spPr>
          <a:xfrm>
            <a:off x="748484" y="1668826"/>
            <a:ext cx="2619140" cy="888350"/>
          </a:xfrm>
          <a:prstGeom prst="round2DiagRect">
            <a:avLst/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600" dirty="0">
                <a:latin typeface="BR Omega VN" pitchFamily="2" charset="77"/>
              </a:rPr>
              <a:t>2999/yr</a:t>
            </a:r>
          </a:p>
        </p:txBody>
      </p:sp>
      <p:sp>
        <p:nvSpPr>
          <p:cNvPr id="52" name="Round Diagonal Corner Rectangle 51">
            <a:extLst>
              <a:ext uri="{FF2B5EF4-FFF2-40B4-BE49-F238E27FC236}">
                <a16:creationId xmlns:a16="http://schemas.microsoft.com/office/drawing/2014/main" id="{E8CD7F75-5D44-254B-2A0D-6285FF442F6C}"/>
              </a:ext>
            </a:extLst>
          </p:cNvPr>
          <p:cNvSpPr/>
          <p:nvPr/>
        </p:nvSpPr>
        <p:spPr>
          <a:xfrm>
            <a:off x="3433477" y="1669584"/>
            <a:ext cx="2619140" cy="888350"/>
          </a:xfrm>
          <a:prstGeom prst="round2DiagRect">
            <a:avLst/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600" dirty="0">
                <a:latin typeface="BR Omega VN" pitchFamily="2" charset="77"/>
              </a:rPr>
              <a:t>4999/yr</a:t>
            </a:r>
          </a:p>
        </p:txBody>
      </p:sp>
      <p:sp>
        <p:nvSpPr>
          <p:cNvPr id="53" name="Round Diagonal Corner Rectangle 52">
            <a:extLst>
              <a:ext uri="{FF2B5EF4-FFF2-40B4-BE49-F238E27FC236}">
                <a16:creationId xmlns:a16="http://schemas.microsoft.com/office/drawing/2014/main" id="{73A62402-4944-5FED-D600-035225A429A5}"/>
              </a:ext>
            </a:extLst>
          </p:cNvPr>
          <p:cNvSpPr/>
          <p:nvPr/>
        </p:nvSpPr>
        <p:spPr>
          <a:xfrm>
            <a:off x="6136518" y="1668826"/>
            <a:ext cx="2615399" cy="888350"/>
          </a:xfrm>
          <a:prstGeom prst="round2Diag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600" dirty="0">
                <a:latin typeface="BR Omega VN" pitchFamily="2" charset="77"/>
              </a:rPr>
              <a:t>6999/yr</a:t>
            </a:r>
          </a:p>
        </p:txBody>
      </p:sp>
      <p:sp>
        <p:nvSpPr>
          <p:cNvPr id="54" name="Round Diagonal Corner Rectangle 53">
            <a:extLst>
              <a:ext uri="{FF2B5EF4-FFF2-40B4-BE49-F238E27FC236}">
                <a16:creationId xmlns:a16="http://schemas.microsoft.com/office/drawing/2014/main" id="{A35070F7-F633-99C9-CC38-20A9DB674BAA}"/>
              </a:ext>
            </a:extLst>
          </p:cNvPr>
          <p:cNvSpPr/>
          <p:nvPr/>
        </p:nvSpPr>
        <p:spPr>
          <a:xfrm>
            <a:off x="8817764" y="1666667"/>
            <a:ext cx="2624863" cy="888350"/>
          </a:xfrm>
          <a:prstGeom prst="round2DiagRect">
            <a:avLst/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2600" dirty="0">
                <a:solidFill>
                  <a:schemeClr val="bg1"/>
                </a:solidFill>
                <a:latin typeface="BR Omega VN" pitchFamily="2" charset="77"/>
              </a:rPr>
              <a:t>9999/yr</a:t>
            </a:r>
          </a:p>
        </p:txBody>
      </p:sp>
    </p:spTree>
    <p:extLst>
      <p:ext uri="{BB962C8B-B14F-4D97-AF65-F5344CB8AC3E}">
        <p14:creationId xmlns:p14="http://schemas.microsoft.com/office/powerpoint/2010/main" val="12219657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17B1-9B99-0EB2-EBAC-8A773A74C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2B6F8D-A1BC-D253-AE6F-FC005D914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29</a:t>
            </a:fld>
            <a:endParaRPr lang="x-none"/>
          </a:p>
        </p:txBody>
      </p:sp>
      <p:sp>
        <p:nvSpPr>
          <p:cNvPr id="5" name="Subtitle 6">
            <a:extLst>
              <a:ext uri="{FF2B5EF4-FFF2-40B4-BE49-F238E27FC236}">
                <a16:creationId xmlns:a16="http://schemas.microsoft.com/office/drawing/2014/main" id="{31D64BB6-5A61-79A2-3451-0E769FDD7C31}"/>
              </a:ext>
            </a:extLst>
          </p:cNvPr>
          <p:cNvSpPr txBox="1">
            <a:spLocks/>
          </p:cNvSpPr>
          <p:nvPr/>
        </p:nvSpPr>
        <p:spPr>
          <a:xfrm>
            <a:off x="525780" y="1127768"/>
            <a:ext cx="11569888" cy="266629"/>
          </a:xfrm>
          <a:prstGeom prst="rect">
            <a:avLst/>
          </a:prstGeom>
        </p:spPr>
        <p:txBody>
          <a:bodyPr vert="horz" lIns="91440" tIns="45720" rIns="91440" bIns="45720" numCol="1" spcCol="36576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kern="1200">
                <a:solidFill>
                  <a:schemeClr val="accent1"/>
                </a:solidFill>
                <a:latin typeface="Montserrat Light" charset="0"/>
                <a:ea typeface="Montserrat Light" charset="0"/>
                <a:cs typeface="Montserrat Light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 i="0" kern="120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0" kern="120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0" i="0" kern="120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is the sample dummy text insert your desired text here because this is the dummy text.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2306005D-5258-E982-E6D1-E5B19E1124A6}"/>
              </a:ext>
            </a:extLst>
          </p:cNvPr>
          <p:cNvSpPr/>
          <p:nvPr/>
        </p:nvSpPr>
        <p:spPr>
          <a:xfrm>
            <a:off x="4423915" y="2211663"/>
            <a:ext cx="3344168" cy="334416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2775611" y="415862"/>
                </a:moveTo>
                <a:arcTo wR="1672084" hR="1672084" stAng="18677861" swAng="1222382"/>
              </a:path>
            </a:pathLst>
          </a:custGeom>
          <a:noFill/>
          <a:ln w="50800">
            <a:solidFill>
              <a:srgbClr val="B5B5B5"/>
            </a:solidFill>
            <a:tailEnd type="arrow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55" name="Freeform: Shape 9">
            <a:extLst>
              <a:ext uri="{FF2B5EF4-FFF2-40B4-BE49-F238E27FC236}">
                <a16:creationId xmlns:a16="http://schemas.microsoft.com/office/drawing/2014/main" id="{DB1F6727-A7DD-2CB3-5052-B9A7617CA724}"/>
              </a:ext>
            </a:extLst>
          </p:cNvPr>
          <p:cNvSpPr/>
          <p:nvPr/>
        </p:nvSpPr>
        <p:spPr>
          <a:xfrm>
            <a:off x="4423915" y="2211663"/>
            <a:ext cx="3344168" cy="334416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3143910" y="2465551"/>
                </a:moveTo>
                <a:arcTo wR="1672084" hR="1672084" stAng="1699757" swAng="1222382"/>
              </a:path>
            </a:pathLst>
          </a:custGeom>
          <a:noFill/>
          <a:ln w="50800">
            <a:solidFill>
              <a:srgbClr val="B5B5B5"/>
            </a:solidFill>
            <a:tailEnd type="arrow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56" name="Freeform: Shape 11">
            <a:extLst>
              <a:ext uri="{FF2B5EF4-FFF2-40B4-BE49-F238E27FC236}">
                <a16:creationId xmlns:a16="http://schemas.microsoft.com/office/drawing/2014/main" id="{79ADF2D4-31B9-A168-32E4-28E7891041AC}"/>
              </a:ext>
            </a:extLst>
          </p:cNvPr>
          <p:cNvSpPr/>
          <p:nvPr/>
        </p:nvSpPr>
        <p:spPr>
          <a:xfrm>
            <a:off x="4423915" y="2211663"/>
            <a:ext cx="3344168" cy="334416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568556" y="2928305"/>
                </a:moveTo>
                <a:arcTo wR="1672084" hR="1672084" stAng="7877861" swAng="1222382"/>
              </a:path>
            </a:pathLst>
          </a:custGeom>
          <a:noFill/>
          <a:ln w="50800">
            <a:solidFill>
              <a:srgbClr val="B5B5B5"/>
            </a:solidFill>
            <a:tailEnd type="arrow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VN" dirty="0"/>
          </a:p>
        </p:txBody>
      </p:sp>
      <p:sp>
        <p:nvSpPr>
          <p:cNvPr id="57" name="Freeform: Shape 13">
            <a:extLst>
              <a:ext uri="{FF2B5EF4-FFF2-40B4-BE49-F238E27FC236}">
                <a16:creationId xmlns:a16="http://schemas.microsoft.com/office/drawing/2014/main" id="{07C75472-88B5-6C56-4EC1-074EDF414A66}"/>
              </a:ext>
            </a:extLst>
          </p:cNvPr>
          <p:cNvSpPr/>
          <p:nvPr/>
        </p:nvSpPr>
        <p:spPr>
          <a:xfrm>
            <a:off x="4423915" y="2211663"/>
            <a:ext cx="3344168" cy="334416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200257" y="878616"/>
                </a:moveTo>
                <a:arcTo wR="1672084" hR="1672084" stAng="12499757" swAng="1222382"/>
              </a:path>
            </a:pathLst>
          </a:custGeom>
          <a:noFill/>
          <a:ln w="50800">
            <a:solidFill>
              <a:srgbClr val="B5B5B5"/>
            </a:solidFill>
            <a:tailEnd type="arrow"/>
          </a:ln>
        </p:spPr>
        <p:style>
          <a:lnRef idx="1">
            <a:scrgbClr r="0" g="0" b="0"/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VN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0254EF5-432A-3522-B1C3-81D72932CD3F}"/>
              </a:ext>
            </a:extLst>
          </p:cNvPr>
          <p:cNvGrpSpPr/>
          <p:nvPr/>
        </p:nvGrpSpPr>
        <p:grpSpPr>
          <a:xfrm>
            <a:off x="8844099" y="2679910"/>
            <a:ext cx="2403550" cy="1110506"/>
            <a:chOff x="7654850" y="1594824"/>
            <a:chExt cx="2403550" cy="1110506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CC36D39-65A5-C4DB-6950-5C43A63A3FEC}"/>
                </a:ext>
              </a:extLst>
            </p:cNvPr>
            <p:cNvSpPr txBox="1"/>
            <p:nvPr/>
          </p:nvSpPr>
          <p:spPr>
            <a:xfrm>
              <a:off x="7654851" y="1594824"/>
              <a:ext cx="2228290" cy="369332"/>
            </a:xfrm>
            <a:prstGeom prst="rect">
              <a:avLst/>
            </a:prstGeom>
            <a:noFill/>
          </p:spPr>
          <p:txBody>
            <a:bodyPr wrap="square" numCol="1" spcCol="0" rtlCol="0" anchor="ctr">
              <a:spAutoFit/>
            </a:bodyPr>
            <a:lstStyle/>
            <a:p>
              <a:r>
                <a:rPr lang="en-US" b="1" dirty="0">
                  <a:solidFill>
                    <a:srgbClr val="034EA2"/>
                  </a:solidFill>
                  <a:latin typeface="BR Omega VN" pitchFamily="2" charset="77"/>
                  <a:ea typeface="Montserrat" charset="0"/>
                  <a:cs typeface="Montserrat" charset="0"/>
                </a:rPr>
                <a:t>Edit Text Here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531BFCE-423D-48A5-E431-0845E2918F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4850" y="1943134"/>
              <a:ext cx="2403550" cy="762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ts val="0"/>
                </a:spcBef>
              </a:pPr>
              <a:r>
                <a:rPr lang="en-US" sz="115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This is the sample dummy</a:t>
              </a:r>
            </a:p>
            <a:p>
              <a:pPr>
                <a:lnSpc>
                  <a:spcPts val="1800"/>
                </a:lnSpc>
                <a:spcBef>
                  <a:spcPts val="0"/>
                </a:spcBef>
              </a:pPr>
              <a:r>
                <a:rPr lang="en-US" sz="115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text insert your desired text here because this is the.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6D13810-96B9-F9E8-7AE5-5DEBEA4725DB}"/>
              </a:ext>
            </a:extLst>
          </p:cNvPr>
          <p:cNvGrpSpPr/>
          <p:nvPr/>
        </p:nvGrpSpPr>
        <p:grpSpPr>
          <a:xfrm>
            <a:off x="7072819" y="5338758"/>
            <a:ext cx="2403550" cy="1110506"/>
            <a:chOff x="7654850" y="1594824"/>
            <a:chExt cx="2403550" cy="111050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15C63FA-2357-0782-280E-038C2A9FB5E5}"/>
                </a:ext>
              </a:extLst>
            </p:cNvPr>
            <p:cNvSpPr txBox="1"/>
            <p:nvPr/>
          </p:nvSpPr>
          <p:spPr>
            <a:xfrm>
              <a:off x="7654851" y="1594824"/>
              <a:ext cx="2228290" cy="369332"/>
            </a:xfrm>
            <a:prstGeom prst="rect">
              <a:avLst/>
            </a:prstGeom>
            <a:noFill/>
          </p:spPr>
          <p:txBody>
            <a:bodyPr wrap="square" numCol="1" spcCol="0" rtlCol="0" anchor="ctr">
              <a:spAutoFit/>
            </a:bodyPr>
            <a:lstStyle/>
            <a:p>
              <a:r>
                <a:rPr lang="en-US" b="1" dirty="0">
                  <a:solidFill>
                    <a:srgbClr val="19226D"/>
                  </a:solidFill>
                  <a:latin typeface="BR Omega VN" pitchFamily="2" charset="77"/>
                  <a:ea typeface="Montserrat" charset="0"/>
                  <a:cs typeface="Montserrat" charset="0"/>
                </a:rPr>
                <a:t>Edit Text Here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0D870EC-692D-9004-A600-0C64C060F1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4850" y="1943134"/>
              <a:ext cx="2403550" cy="762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ts val="0"/>
                </a:spcBef>
              </a:pPr>
              <a:r>
                <a:rPr lang="en-US" sz="115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This is the sample dummy</a:t>
              </a:r>
            </a:p>
            <a:p>
              <a:pPr>
                <a:lnSpc>
                  <a:spcPts val="1800"/>
                </a:lnSpc>
                <a:spcBef>
                  <a:spcPts val="0"/>
                </a:spcBef>
              </a:pPr>
              <a:r>
                <a:rPr lang="en-US" sz="115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text insert your desired text here because this is the.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5F76D61-EC90-D4EB-2CA0-84F7F2A29580}"/>
              </a:ext>
            </a:extLst>
          </p:cNvPr>
          <p:cNvGrpSpPr/>
          <p:nvPr/>
        </p:nvGrpSpPr>
        <p:grpSpPr>
          <a:xfrm>
            <a:off x="988435" y="3921830"/>
            <a:ext cx="2403550" cy="1110506"/>
            <a:chOff x="7654850" y="1594824"/>
            <a:chExt cx="2403550" cy="1110506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08932A0-7880-6272-54EF-375782EE9CE3}"/>
                </a:ext>
              </a:extLst>
            </p:cNvPr>
            <p:cNvSpPr txBox="1"/>
            <p:nvPr/>
          </p:nvSpPr>
          <p:spPr>
            <a:xfrm>
              <a:off x="7830110" y="1594824"/>
              <a:ext cx="2228290" cy="369332"/>
            </a:xfrm>
            <a:prstGeom prst="rect">
              <a:avLst/>
            </a:prstGeom>
            <a:noFill/>
          </p:spPr>
          <p:txBody>
            <a:bodyPr wrap="square" numCol="1" spcCol="0" rtlCol="0" anchor="ctr">
              <a:spAutoFit/>
            </a:bodyPr>
            <a:lstStyle/>
            <a:p>
              <a:pPr algn="r"/>
              <a:r>
                <a:rPr lang="en-US" b="1" dirty="0">
                  <a:solidFill>
                    <a:srgbClr val="50B848"/>
                  </a:solidFill>
                  <a:latin typeface="BR Omega VN" pitchFamily="2" charset="77"/>
                  <a:ea typeface="Montserrat" charset="0"/>
                  <a:cs typeface="Montserrat" charset="0"/>
                </a:rPr>
                <a:t>Edit Text Here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7494072-5978-DC0F-8F2A-ED8CD38CA0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4850" y="1943134"/>
              <a:ext cx="2403550" cy="762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ts val="0"/>
                </a:spcBef>
              </a:pPr>
              <a:r>
                <a:rPr lang="en-US" sz="115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This is the sample dummy</a:t>
              </a:r>
            </a:p>
            <a:p>
              <a:pPr algn="r">
                <a:lnSpc>
                  <a:spcPts val="1800"/>
                </a:lnSpc>
                <a:spcBef>
                  <a:spcPts val="0"/>
                </a:spcBef>
              </a:pPr>
              <a:r>
                <a:rPr lang="en-US" sz="115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text insert your desired text here because this is the.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C69124C-FE52-2923-EAF1-2A089AD41319}"/>
              </a:ext>
            </a:extLst>
          </p:cNvPr>
          <p:cNvGrpSpPr/>
          <p:nvPr/>
        </p:nvGrpSpPr>
        <p:grpSpPr>
          <a:xfrm>
            <a:off x="2187663" y="1742707"/>
            <a:ext cx="2403550" cy="1110506"/>
            <a:chOff x="7654850" y="1594824"/>
            <a:chExt cx="2403550" cy="1110506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194B0F1-D0C0-4A40-F61D-D62C698306F4}"/>
                </a:ext>
              </a:extLst>
            </p:cNvPr>
            <p:cNvSpPr txBox="1"/>
            <p:nvPr/>
          </p:nvSpPr>
          <p:spPr>
            <a:xfrm>
              <a:off x="7830110" y="1594824"/>
              <a:ext cx="2228290" cy="369332"/>
            </a:xfrm>
            <a:prstGeom prst="rect">
              <a:avLst/>
            </a:prstGeom>
            <a:noFill/>
          </p:spPr>
          <p:txBody>
            <a:bodyPr wrap="square" numCol="1" spcCol="0" rtlCol="0" anchor="ctr">
              <a:spAutoFit/>
            </a:bodyPr>
            <a:lstStyle/>
            <a:p>
              <a:pPr algn="r"/>
              <a:r>
                <a:rPr lang="en-US" b="1" dirty="0">
                  <a:solidFill>
                    <a:srgbClr val="33B2C1"/>
                  </a:solidFill>
                  <a:latin typeface="BR Omega VN" pitchFamily="2" charset="77"/>
                  <a:ea typeface="Montserrat" charset="0"/>
                  <a:cs typeface="Montserrat" charset="0"/>
                </a:rPr>
                <a:t>Edit Text Here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9B1AB1F-8919-8D16-5CE0-1289BB16D2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4850" y="1943134"/>
              <a:ext cx="2403550" cy="762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Lato Light" panose="020F0302020204030203" pitchFamily="34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ts val="0"/>
                </a:spcBef>
              </a:pPr>
              <a:r>
                <a:rPr lang="en-US" sz="115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This is the sample dummy</a:t>
              </a:r>
            </a:p>
            <a:p>
              <a:pPr algn="r">
                <a:lnSpc>
                  <a:spcPts val="1800"/>
                </a:lnSpc>
                <a:spcBef>
                  <a:spcPts val="0"/>
                </a:spcBef>
              </a:pPr>
              <a:r>
                <a:rPr lang="en-US" sz="115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text insert your desired text here because this is the.</a:t>
              </a:r>
            </a:p>
          </p:txBody>
        </p:sp>
      </p:grpSp>
      <p:sp>
        <p:nvSpPr>
          <p:cNvPr id="70" name="Round Diagonal Corner Rectangle 69">
            <a:extLst>
              <a:ext uri="{FF2B5EF4-FFF2-40B4-BE49-F238E27FC236}">
                <a16:creationId xmlns:a16="http://schemas.microsoft.com/office/drawing/2014/main" id="{23422DDE-7EF0-2224-15F1-03953B108EBF}"/>
              </a:ext>
            </a:extLst>
          </p:cNvPr>
          <p:cNvSpPr/>
          <p:nvPr/>
        </p:nvSpPr>
        <p:spPr>
          <a:xfrm>
            <a:off x="5237130" y="4606639"/>
            <a:ext cx="1717740" cy="1186892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71" name="Round Diagonal Corner Rectangle 70">
            <a:extLst>
              <a:ext uri="{FF2B5EF4-FFF2-40B4-BE49-F238E27FC236}">
                <a16:creationId xmlns:a16="http://schemas.microsoft.com/office/drawing/2014/main" id="{96E7920C-99AA-E703-06A5-3487D4F9F1DB}"/>
              </a:ext>
            </a:extLst>
          </p:cNvPr>
          <p:cNvSpPr/>
          <p:nvPr/>
        </p:nvSpPr>
        <p:spPr>
          <a:xfrm>
            <a:off x="6954870" y="3233826"/>
            <a:ext cx="1717740" cy="1186892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72" name="Round Diagonal Corner Rectangle 71">
            <a:extLst>
              <a:ext uri="{FF2B5EF4-FFF2-40B4-BE49-F238E27FC236}">
                <a16:creationId xmlns:a16="http://schemas.microsoft.com/office/drawing/2014/main" id="{3151DBEC-8E53-0DF1-357C-2961B973C00A}"/>
              </a:ext>
            </a:extLst>
          </p:cNvPr>
          <p:cNvSpPr/>
          <p:nvPr/>
        </p:nvSpPr>
        <p:spPr>
          <a:xfrm>
            <a:off x="5237129" y="1953045"/>
            <a:ext cx="1717740" cy="1186892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73" name="Round Diagonal Corner Rectangle 72">
            <a:extLst>
              <a:ext uri="{FF2B5EF4-FFF2-40B4-BE49-F238E27FC236}">
                <a16:creationId xmlns:a16="http://schemas.microsoft.com/office/drawing/2014/main" id="{2FC680D3-D0FD-5089-8417-6A27C0B292C4}"/>
              </a:ext>
            </a:extLst>
          </p:cNvPr>
          <p:cNvSpPr/>
          <p:nvPr/>
        </p:nvSpPr>
        <p:spPr>
          <a:xfrm>
            <a:off x="3519389" y="3249226"/>
            <a:ext cx="1717740" cy="1186892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1D87B066-CD83-B212-00D4-0DB8347E7C7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6184" y="4780387"/>
            <a:ext cx="865791" cy="86823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61CA00AB-7CE4-6A24-BD80-1F0C82325F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3924" y="3375959"/>
            <a:ext cx="865791" cy="86579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4115AFD9-350C-7A9A-5A12-16154689D04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61884" y="2118877"/>
            <a:ext cx="868230" cy="865791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6008C03D-5769-FFAD-DE5F-D5B9F3C8ECE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7404" y="3415567"/>
            <a:ext cx="865791" cy="8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9670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6065C-10F9-A9C2-4B82-F5894E429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650612-5DE8-D4D5-DBB5-10D895470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30</a:t>
            </a:fld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BC0C7E-7A53-4B1C-B745-744AD94EB4B1}"/>
              </a:ext>
            </a:extLst>
          </p:cNvPr>
          <p:cNvSpPr txBox="1"/>
          <p:nvPr/>
        </p:nvSpPr>
        <p:spPr>
          <a:xfrm>
            <a:off x="993527" y="4269757"/>
            <a:ext cx="2082846" cy="646331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/>
            <a:r>
              <a:rPr lang="en-US" b="1" dirty="0">
                <a:solidFill>
                  <a:srgbClr val="B5B5B5"/>
                </a:solidFill>
                <a:latin typeface="BR Omega VN" pitchFamily="2" charset="77"/>
                <a:ea typeface="Montserrat" charset="0"/>
                <a:cs typeface="Montserrat" charset="0"/>
              </a:rPr>
              <a:t>Client</a:t>
            </a:r>
          </a:p>
          <a:p>
            <a:pPr algn="ctr"/>
            <a:r>
              <a:rPr lang="en-US" b="1" dirty="0">
                <a:solidFill>
                  <a:srgbClr val="B5B5B5"/>
                </a:solidFill>
                <a:latin typeface="BR Omega VN" pitchFamily="2" charset="77"/>
                <a:ea typeface="Montserrat" charset="0"/>
                <a:cs typeface="Montserrat" charset="0"/>
              </a:rPr>
              <a:t>One Content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51FA45-BF49-D31C-964F-B19B69D3F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529" y="4916088"/>
            <a:ext cx="2356842" cy="762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9pPr>
          </a:lstStyle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the sample dummy</a:t>
            </a:r>
          </a:p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insert your desired text</a:t>
            </a:r>
          </a:p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because this 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A0F4D8-17D2-5140-2EE1-DFB5469C45EE}"/>
              </a:ext>
            </a:extLst>
          </p:cNvPr>
          <p:cNvSpPr txBox="1"/>
          <p:nvPr/>
        </p:nvSpPr>
        <p:spPr>
          <a:xfrm>
            <a:off x="5054577" y="4269757"/>
            <a:ext cx="2082846" cy="646331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/>
            <a:r>
              <a:rPr lang="en-US" b="1" dirty="0">
                <a:solidFill>
                  <a:srgbClr val="33B2C1"/>
                </a:solidFill>
                <a:latin typeface="BR Omega VN" pitchFamily="2" charset="77"/>
                <a:ea typeface="Montserrat" charset="0"/>
                <a:cs typeface="Montserrat" charset="0"/>
              </a:rPr>
              <a:t>Client</a:t>
            </a:r>
          </a:p>
          <a:p>
            <a:pPr algn="ctr"/>
            <a:r>
              <a:rPr lang="en-US" b="1" dirty="0">
                <a:solidFill>
                  <a:srgbClr val="33B2C1"/>
                </a:solidFill>
                <a:latin typeface="BR Omega VN" pitchFamily="2" charset="77"/>
                <a:ea typeface="Montserrat" charset="0"/>
                <a:cs typeface="Montserrat" charset="0"/>
              </a:rPr>
              <a:t>Three Content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F607E77-8165-8790-048F-3CCD0000C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7579" y="4916088"/>
            <a:ext cx="2356842" cy="762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9pPr>
          </a:lstStyle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the sample dummy</a:t>
            </a:r>
          </a:p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insert your desired text</a:t>
            </a:r>
          </a:p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because this is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E7C8BB-8B16-36A4-EC9A-E659A9D7EF29}"/>
              </a:ext>
            </a:extLst>
          </p:cNvPr>
          <p:cNvSpPr txBox="1"/>
          <p:nvPr/>
        </p:nvSpPr>
        <p:spPr>
          <a:xfrm>
            <a:off x="9086507" y="4269757"/>
            <a:ext cx="2082846" cy="646331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/>
            <a:r>
              <a:rPr lang="en-US" b="1" dirty="0">
                <a:solidFill>
                  <a:srgbClr val="19226D"/>
                </a:solidFill>
                <a:latin typeface="BR Omega VN" pitchFamily="2" charset="77"/>
                <a:ea typeface="Montserrat" charset="0"/>
                <a:cs typeface="Montserrat" charset="0"/>
              </a:rPr>
              <a:t>Client</a:t>
            </a:r>
          </a:p>
          <a:p>
            <a:pPr algn="ctr"/>
            <a:r>
              <a:rPr lang="en-US" b="1" dirty="0">
                <a:solidFill>
                  <a:srgbClr val="19226D"/>
                </a:solidFill>
                <a:latin typeface="BR Omega VN" pitchFamily="2" charset="77"/>
                <a:ea typeface="Montserrat" charset="0"/>
                <a:cs typeface="Montserrat" charset="0"/>
              </a:rPr>
              <a:t>Five Content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999BD01-002B-4A06-3CBC-04B1418DF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9509" y="4916088"/>
            <a:ext cx="2356842" cy="762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9pPr>
          </a:lstStyle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the sample dummy</a:t>
            </a:r>
          </a:p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insert your desired text</a:t>
            </a:r>
          </a:p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because this is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DC033E-3D23-301F-09F1-148BC2C08EB7}"/>
              </a:ext>
            </a:extLst>
          </p:cNvPr>
          <p:cNvSpPr txBox="1"/>
          <p:nvPr/>
        </p:nvSpPr>
        <p:spPr>
          <a:xfrm>
            <a:off x="3038612" y="1870766"/>
            <a:ext cx="2082846" cy="646331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  <a:latin typeface="BR Omega VN" pitchFamily="2" charset="77"/>
                <a:ea typeface="Montserrat" charset="0"/>
                <a:cs typeface="Montserrat" charset="0"/>
              </a:rPr>
              <a:t>Client</a:t>
            </a:r>
          </a:p>
          <a:p>
            <a:pPr algn="ctr"/>
            <a:r>
              <a:rPr lang="en-US" b="1" dirty="0">
                <a:solidFill>
                  <a:schemeClr val="accent2"/>
                </a:solidFill>
                <a:latin typeface="BR Omega VN" pitchFamily="2" charset="77"/>
                <a:ea typeface="Montserrat" charset="0"/>
                <a:cs typeface="Montserrat" charset="0"/>
              </a:rPr>
              <a:t>Two Content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6713A2-49D7-4E49-AA5C-3A73F560B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614" y="2517097"/>
            <a:ext cx="2356842" cy="762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9pPr>
          </a:lstStyle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the sample dummy</a:t>
            </a:r>
          </a:p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insert your desired text</a:t>
            </a:r>
          </a:p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because this is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A6D7CA-0DF2-85CA-45B7-BFF327E97BD5}"/>
              </a:ext>
            </a:extLst>
          </p:cNvPr>
          <p:cNvSpPr txBox="1"/>
          <p:nvPr/>
        </p:nvSpPr>
        <p:spPr>
          <a:xfrm>
            <a:off x="6988506" y="1870766"/>
            <a:ext cx="2082846" cy="646331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/>
            <a:r>
              <a:rPr lang="en-US" b="1" dirty="0">
                <a:solidFill>
                  <a:srgbClr val="034EA2"/>
                </a:solidFill>
                <a:latin typeface="BR Omega VN" pitchFamily="2" charset="77"/>
                <a:ea typeface="Montserrat" charset="0"/>
                <a:cs typeface="Montserrat" charset="0"/>
              </a:rPr>
              <a:t>Client</a:t>
            </a:r>
          </a:p>
          <a:p>
            <a:pPr algn="ctr"/>
            <a:r>
              <a:rPr lang="en-US" b="1" dirty="0">
                <a:solidFill>
                  <a:srgbClr val="034EA2"/>
                </a:solidFill>
                <a:latin typeface="BR Omega VN" pitchFamily="2" charset="77"/>
                <a:ea typeface="Montserrat" charset="0"/>
                <a:cs typeface="Montserrat" charset="0"/>
              </a:rPr>
              <a:t>Four Content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8EEA16-5057-4E90-E09F-5833D32E2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1508" y="2517097"/>
            <a:ext cx="2356842" cy="762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 panose="020F0302020204030203" pitchFamily="34" charset="0"/>
              </a:defRPr>
            </a:lvl9pPr>
          </a:lstStyle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the sample dummy</a:t>
            </a:r>
          </a:p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insert your desired text</a:t>
            </a:r>
          </a:p>
          <a:p>
            <a:pPr algn="ctr">
              <a:lnSpc>
                <a:spcPts val="1800"/>
              </a:lnSpc>
              <a:spcBef>
                <a:spcPts val="0"/>
              </a:spcBef>
            </a:pPr>
            <a:r>
              <a:rPr lang="en-US" sz="1200" dirty="0">
                <a:solidFill>
                  <a:schemeClr val="accent5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because this is</a:t>
            </a:r>
          </a:p>
        </p:txBody>
      </p:sp>
      <p:sp>
        <p:nvSpPr>
          <p:cNvPr id="54" name="Round Diagonal Corner Rectangle 53">
            <a:extLst>
              <a:ext uri="{FF2B5EF4-FFF2-40B4-BE49-F238E27FC236}">
                <a16:creationId xmlns:a16="http://schemas.microsoft.com/office/drawing/2014/main" id="{32AD8625-646A-A9BD-CEF4-B27C783AFDD6}"/>
              </a:ext>
            </a:extLst>
          </p:cNvPr>
          <p:cNvSpPr/>
          <p:nvPr/>
        </p:nvSpPr>
        <p:spPr>
          <a:xfrm>
            <a:off x="1518943" y="2918733"/>
            <a:ext cx="1027211" cy="1020531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55" name="Round Diagonal Corner Rectangle 54">
            <a:extLst>
              <a:ext uri="{FF2B5EF4-FFF2-40B4-BE49-F238E27FC236}">
                <a16:creationId xmlns:a16="http://schemas.microsoft.com/office/drawing/2014/main" id="{05439D74-F9B1-8715-8944-556E5AD89C7C}"/>
              </a:ext>
            </a:extLst>
          </p:cNvPr>
          <p:cNvSpPr/>
          <p:nvPr/>
        </p:nvSpPr>
        <p:spPr>
          <a:xfrm>
            <a:off x="3501312" y="3622319"/>
            <a:ext cx="1027211" cy="1020531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56" name="Round Diagonal Corner Rectangle 55">
            <a:extLst>
              <a:ext uri="{FF2B5EF4-FFF2-40B4-BE49-F238E27FC236}">
                <a16:creationId xmlns:a16="http://schemas.microsoft.com/office/drawing/2014/main" id="{BF00B03F-C3DE-3D3D-CF87-351F03D4DD53}"/>
              </a:ext>
            </a:extLst>
          </p:cNvPr>
          <p:cNvSpPr/>
          <p:nvPr/>
        </p:nvSpPr>
        <p:spPr>
          <a:xfrm>
            <a:off x="5585776" y="2941094"/>
            <a:ext cx="1027211" cy="1020531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57" name="Round Diagonal Corner Rectangle 56">
            <a:extLst>
              <a:ext uri="{FF2B5EF4-FFF2-40B4-BE49-F238E27FC236}">
                <a16:creationId xmlns:a16="http://schemas.microsoft.com/office/drawing/2014/main" id="{2BC3C22F-CC68-4590-CE93-DF1319F5C502}"/>
              </a:ext>
            </a:extLst>
          </p:cNvPr>
          <p:cNvSpPr/>
          <p:nvPr/>
        </p:nvSpPr>
        <p:spPr>
          <a:xfrm>
            <a:off x="7529860" y="3622318"/>
            <a:ext cx="1027211" cy="1020531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58" name="Round Diagonal Corner Rectangle 57">
            <a:extLst>
              <a:ext uri="{FF2B5EF4-FFF2-40B4-BE49-F238E27FC236}">
                <a16:creationId xmlns:a16="http://schemas.microsoft.com/office/drawing/2014/main" id="{F7CE0EBE-FBF6-1F7B-4499-63D641DDA442}"/>
              </a:ext>
            </a:extLst>
          </p:cNvPr>
          <p:cNvSpPr/>
          <p:nvPr/>
        </p:nvSpPr>
        <p:spPr>
          <a:xfrm>
            <a:off x="9614324" y="2941095"/>
            <a:ext cx="1027211" cy="1020531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2ACE8FD6-5BF2-F7B3-B0AB-80B9DB3419D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13909" y="3118559"/>
            <a:ext cx="622627" cy="62087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581F19C2-69D9-3E57-754F-DE95215C91C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0882" y="3814425"/>
            <a:ext cx="620878" cy="620878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366576A-C487-FF69-7335-FED09423AD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2360" y="3129559"/>
            <a:ext cx="620878" cy="62087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889E23B3-AC22-E625-9EE8-CB3181B0793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0232" y="3739437"/>
            <a:ext cx="777128" cy="777128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8F9EC56D-73C6-60D8-EE1E-8C37F5B6E7F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5361" y="3124740"/>
            <a:ext cx="622627" cy="62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5360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2">
            <a:extLst>
              <a:ext uri="{FF2B5EF4-FFF2-40B4-BE49-F238E27FC236}">
                <a16:creationId xmlns:a16="http://schemas.microsoft.com/office/drawing/2014/main" id="{12F09C3E-7F03-4E09-9082-D2436C2D0886}"/>
              </a:ext>
            </a:extLst>
          </p:cNvPr>
          <p:cNvSpPr txBox="1"/>
          <p:nvPr/>
        </p:nvSpPr>
        <p:spPr>
          <a:xfrm>
            <a:off x="1587052" y="4006244"/>
            <a:ext cx="4781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2021</a:t>
            </a:r>
            <a:endParaRPr lang="en-I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712E1EE-BE2D-41B1-BFB3-80E6CA42DC45}"/>
              </a:ext>
            </a:extLst>
          </p:cNvPr>
          <p:cNvSpPr txBox="1"/>
          <p:nvPr/>
        </p:nvSpPr>
        <p:spPr>
          <a:xfrm>
            <a:off x="4412420" y="3963074"/>
            <a:ext cx="4781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2023</a:t>
            </a:r>
            <a:endParaRPr lang="en-I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96C4D04-7F52-4507-B840-ED8C1496251A}"/>
              </a:ext>
            </a:extLst>
          </p:cNvPr>
          <p:cNvSpPr txBox="1"/>
          <p:nvPr/>
        </p:nvSpPr>
        <p:spPr>
          <a:xfrm>
            <a:off x="7296556" y="3975109"/>
            <a:ext cx="4781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2025</a:t>
            </a:r>
            <a:endParaRPr lang="en-I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E0AC187-3F39-4B37-A324-255F4DBAAE32}"/>
              </a:ext>
            </a:extLst>
          </p:cNvPr>
          <p:cNvSpPr txBox="1"/>
          <p:nvPr/>
        </p:nvSpPr>
        <p:spPr>
          <a:xfrm>
            <a:off x="10147938" y="3925901"/>
            <a:ext cx="4781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2027</a:t>
            </a:r>
            <a:endParaRPr lang="en-I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994C87F-B69B-4BF5-B91E-4DC4605596EB}"/>
              </a:ext>
            </a:extLst>
          </p:cNvPr>
          <p:cNvSpPr txBox="1"/>
          <p:nvPr/>
        </p:nvSpPr>
        <p:spPr>
          <a:xfrm>
            <a:off x="2940966" y="3283148"/>
            <a:ext cx="4781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2022</a:t>
            </a:r>
            <a:endParaRPr lang="en-I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21944F7-2717-4B83-B99C-C4B572761D29}"/>
              </a:ext>
            </a:extLst>
          </p:cNvPr>
          <p:cNvSpPr txBox="1"/>
          <p:nvPr/>
        </p:nvSpPr>
        <p:spPr>
          <a:xfrm>
            <a:off x="5825104" y="3283148"/>
            <a:ext cx="4781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2024</a:t>
            </a:r>
            <a:endParaRPr lang="en-I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D567ED7-AD35-4591-97EB-472C07244123}"/>
              </a:ext>
            </a:extLst>
          </p:cNvPr>
          <p:cNvSpPr txBox="1"/>
          <p:nvPr/>
        </p:nvSpPr>
        <p:spPr>
          <a:xfrm>
            <a:off x="8725204" y="3283148"/>
            <a:ext cx="4781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2026</a:t>
            </a:r>
            <a:endParaRPr lang="en-IN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6EFD109-97F6-4023-9F83-1EEF189F95BC}"/>
              </a:ext>
            </a:extLst>
          </p:cNvPr>
          <p:cNvSpPr txBox="1"/>
          <p:nvPr/>
        </p:nvSpPr>
        <p:spPr>
          <a:xfrm>
            <a:off x="656616" y="1490134"/>
            <a:ext cx="45052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>
                <a:solidFill>
                  <a:srgbClr val="19226D"/>
                </a:solidFill>
                <a:latin typeface="BR Omega VN" pitchFamily="2" charset="77"/>
              </a:rPr>
              <a:t>01</a:t>
            </a:r>
            <a:endParaRPr lang="en-IN" sz="2400" b="1" dirty="0">
              <a:solidFill>
                <a:srgbClr val="19226D"/>
              </a:solidFill>
              <a:latin typeface="BR Omega VN" pitchFamily="2" charset="7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3E4BEF4-D26D-41C3-8D66-AAE7214793FF}"/>
              </a:ext>
            </a:extLst>
          </p:cNvPr>
          <p:cNvSpPr txBox="1"/>
          <p:nvPr/>
        </p:nvSpPr>
        <p:spPr>
          <a:xfrm>
            <a:off x="1253533" y="1548883"/>
            <a:ext cx="1342850" cy="6442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This is a sample text. Insert your desired text here.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FCB0245-1506-4A80-BBF1-AC84E6D24A14}"/>
              </a:ext>
            </a:extLst>
          </p:cNvPr>
          <p:cNvSpPr txBox="1"/>
          <p:nvPr/>
        </p:nvSpPr>
        <p:spPr>
          <a:xfrm>
            <a:off x="3477533" y="1490134"/>
            <a:ext cx="45052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>
                <a:solidFill>
                  <a:srgbClr val="19226D"/>
                </a:solidFill>
                <a:latin typeface="BR Omega VN" pitchFamily="2" charset="77"/>
              </a:rPr>
              <a:t>03</a:t>
            </a:r>
            <a:endParaRPr lang="en-IN" sz="2400" b="1" dirty="0">
              <a:solidFill>
                <a:srgbClr val="19226D"/>
              </a:solidFill>
              <a:latin typeface="BR Omega VN" pitchFamily="2" charset="7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8929BBE-1BB7-4119-975F-F1EB03E21DEE}"/>
              </a:ext>
            </a:extLst>
          </p:cNvPr>
          <p:cNvSpPr txBox="1"/>
          <p:nvPr/>
        </p:nvSpPr>
        <p:spPr>
          <a:xfrm>
            <a:off x="4074449" y="1548883"/>
            <a:ext cx="1342850" cy="6442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This is a sample text. Insert your desired text here. 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1256EDB-AB35-40CB-8CCB-1B5FE15509BE}"/>
              </a:ext>
            </a:extLst>
          </p:cNvPr>
          <p:cNvSpPr txBox="1"/>
          <p:nvPr/>
        </p:nvSpPr>
        <p:spPr>
          <a:xfrm>
            <a:off x="6409073" y="1490133"/>
            <a:ext cx="45052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>
                <a:solidFill>
                  <a:srgbClr val="19226D"/>
                </a:solidFill>
                <a:latin typeface="BR Omega VN" pitchFamily="2" charset="77"/>
              </a:rPr>
              <a:t>05</a:t>
            </a:r>
            <a:endParaRPr lang="en-IN" sz="2400" b="1" dirty="0">
              <a:solidFill>
                <a:srgbClr val="19226D"/>
              </a:solidFill>
              <a:latin typeface="BR Omega VN" pitchFamily="2" charset="7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1DFE946-5FBA-4F4B-BEA0-10DF3D6B8249}"/>
              </a:ext>
            </a:extLst>
          </p:cNvPr>
          <p:cNvSpPr txBox="1"/>
          <p:nvPr/>
        </p:nvSpPr>
        <p:spPr>
          <a:xfrm>
            <a:off x="6970754" y="1548883"/>
            <a:ext cx="1342850" cy="6442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This is a sample text. Insert your desired text here. 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65B394A-0608-46F8-B040-20C6DDA26836}"/>
              </a:ext>
            </a:extLst>
          </p:cNvPr>
          <p:cNvSpPr txBox="1"/>
          <p:nvPr/>
        </p:nvSpPr>
        <p:spPr>
          <a:xfrm>
            <a:off x="9232449" y="1490134"/>
            <a:ext cx="45052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>
                <a:solidFill>
                  <a:srgbClr val="19226D"/>
                </a:solidFill>
                <a:latin typeface="BR Omega VN" pitchFamily="2" charset="77"/>
              </a:rPr>
              <a:t>07</a:t>
            </a:r>
            <a:endParaRPr lang="en-IN" sz="2400" b="1" dirty="0">
              <a:solidFill>
                <a:srgbClr val="19226D"/>
              </a:solidFill>
              <a:latin typeface="BR Omega VN" pitchFamily="2" charset="77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567804A-9539-460E-8BDC-A8E38AC29C5B}"/>
              </a:ext>
            </a:extLst>
          </p:cNvPr>
          <p:cNvSpPr txBox="1"/>
          <p:nvPr/>
        </p:nvSpPr>
        <p:spPr>
          <a:xfrm>
            <a:off x="9829366" y="1548883"/>
            <a:ext cx="1342850" cy="6442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This is a sample text. Insert your desired text here. 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B9DA5A5-CF42-439D-95A5-D41B6B30EE69}"/>
              </a:ext>
            </a:extLst>
          </p:cNvPr>
          <p:cNvSpPr txBox="1"/>
          <p:nvPr/>
        </p:nvSpPr>
        <p:spPr>
          <a:xfrm>
            <a:off x="2010530" y="5399448"/>
            <a:ext cx="45052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>
                <a:solidFill>
                  <a:srgbClr val="19226D"/>
                </a:solidFill>
                <a:latin typeface="BR Omega VN" pitchFamily="2" charset="77"/>
              </a:rPr>
              <a:t>02</a:t>
            </a:r>
            <a:endParaRPr lang="en-IN" sz="2400" b="1" dirty="0">
              <a:solidFill>
                <a:srgbClr val="19226D"/>
              </a:solidFill>
              <a:latin typeface="BR Omega VN" pitchFamily="2" charset="77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9C3F0AF-4098-4DC0-BDBB-7441CA48D58A}"/>
              </a:ext>
            </a:extLst>
          </p:cNvPr>
          <p:cNvSpPr txBox="1"/>
          <p:nvPr/>
        </p:nvSpPr>
        <p:spPr>
          <a:xfrm>
            <a:off x="2607447" y="5458197"/>
            <a:ext cx="1342850" cy="6442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This is a sample text. Insert your desired text here. 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1FB98D0-EC69-4BA2-B3DA-70EACE9ABC37}"/>
              </a:ext>
            </a:extLst>
          </p:cNvPr>
          <p:cNvSpPr txBox="1"/>
          <p:nvPr/>
        </p:nvSpPr>
        <p:spPr>
          <a:xfrm>
            <a:off x="4906835" y="5399448"/>
            <a:ext cx="45052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>
                <a:solidFill>
                  <a:srgbClr val="19226D"/>
                </a:solidFill>
                <a:latin typeface="BR Omega VN" pitchFamily="2" charset="77"/>
              </a:rPr>
              <a:t>04</a:t>
            </a:r>
            <a:endParaRPr lang="en-IN" sz="2400" b="1" dirty="0">
              <a:solidFill>
                <a:srgbClr val="19226D"/>
              </a:solidFill>
              <a:latin typeface="BR Omega VN" pitchFamily="2" charset="77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BE43F7D-7D26-47D6-B3A1-AD83B6773196}"/>
              </a:ext>
            </a:extLst>
          </p:cNvPr>
          <p:cNvSpPr txBox="1"/>
          <p:nvPr/>
        </p:nvSpPr>
        <p:spPr>
          <a:xfrm>
            <a:off x="5503751" y="5458197"/>
            <a:ext cx="1342850" cy="6442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This is a sample text. Insert your desired text here. 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FB8B786-4329-4A54-9B4A-E07424AA2DE8}"/>
              </a:ext>
            </a:extLst>
          </p:cNvPr>
          <p:cNvSpPr txBox="1"/>
          <p:nvPr/>
        </p:nvSpPr>
        <p:spPr>
          <a:xfrm>
            <a:off x="7765447" y="5399448"/>
            <a:ext cx="45052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b="1" dirty="0">
                <a:solidFill>
                  <a:srgbClr val="19226D"/>
                </a:solidFill>
                <a:latin typeface="BR Omega VN" pitchFamily="2" charset="77"/>
              </a:rPr>
              <a:t>06</a:t>
            </a:r>
            <a:endParaRPr lang="en-IN" sz="2400" b="1" dirty="0">
              <a:solidFill>
                <a:srgbClr val="19226D"/>
              </a:solidFill>
              <a:latin typeface="BR Omega VN" pitchFamily="2" charset="7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DFD9D4E5-1EE0-4E92-A438-7CFC26230A54}"/>
              </a:ext>
            </a:extLst>
          </p:cNvPr>
          <p:cNvSpPr txBox="1"/>
          <p:nvPr/>
        </p:nvSpPr>
        <p:spPr>
          <a:xfrm>
            <a:off x="8362364" y="5458197"/>
            <a:ext cx="1342850" cy="6442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This is a sample text. Insert your desired text here.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DEAB00-BDB3-1F4E-809E-E7B52EF39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120" name="Round Diagonal Corner Rectangle 119">
            <a:extLst>
              <a:ext uri="{FF2B5EF4-FFF2-40B4-BE49-F238E27FC236}">
                <a16:creationId xmlns:a16="http://schemas.microsoft.com/office/drawing/2014/main" id="{24E66B82-F23B-CD47-A0A1-9517845D8A75}"/>
              </a:ext>
            </a:extLst>
          </p:cNvPr>
          <p:cNvSpPr/>
          <p:nvPr/>
        </p:nvSpPr>
        <p:spPr>
          <a:xfrm>
            <a:off x="2607447" y="4531957"/>
            <a:ext cx="1145150" cy="77716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124" name="Round Diagonal Corner Rectangle 123">
            <a:extLst>
              <a:ext uri="{FF2B5EF4-FFF2-40B4-BE49-F238E27FC236}">
                <a16:creationId xmlns:a16="http://schemas.microsoft.com/office/drawing/2014/main" id="{1A517913-2374-7640-A922-235165D3D948}"/>
              </a:ext>
            </a:extLst>
          </p:cNvPr>
          <p:cNvSpPr/>
          <p:nvPr/>
        </p:nvSpPr>
        <p:spPr>
          <a:xfrm>
            <a:off x="5499566" y="4531957"/>
            <a:ext cx="1145150" cy="77716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128" name="Round Diagonal Corner Rectangle 127">
            <a:extLst>
              <a:ext uri="{FF2B5EF4-FFF2-40B4-BE49-F238E27FC236}">
                <a16:creationId xmlns:a16="http://schemas.microsoft.com/office/drawing/2014/main" id="{77B30A40-A4B8-C945-9A7A-CB6243A8F0A3}"/>
              </a:ext>
            </a:extLst>
          </p:cNvPr>
          <p:cNvSpPr/>
          <p:nvPr/>
        </p:nvSpPr>
        <p:spPr>
          <a:xfrm>
            <a:off x="8391685" y="4531957"/>
            <a:ext cx="1145150" cy="77716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EB8EC30-1ABB-CF47-9C5B-31FDDFF2E5E6}"/>
              </a:ext>
            </a:extLst>
          </p:cNvPr>
          <p:cNvCxnSpPr>
            <a:cxnSpLocks/>
          </p:cNvCxnSpPr>
          <p:nvPr/>
        </p:nvCxnSpPr>
        <p:spPr>
          <a:xfrm>
            <a:off x="656616" y="3750733"/>
            <a:ext cx="10629451" cy="0"/>
          </a:xfrm>
          <a:prstGeom prst="straightConnector1">
            <a:avLst/>
          </a:prstGeom>
          <a:ln w="22225">
            <a:solidFill>
              <a:srgbClr val="F3712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3A2228E-3302-A242-9989-11E08B168C04}"/>
              </a:ext>
            </a:extLst>
          </p:cNvPr>
          <p:cNvCxnSpPr>
            <a:cxnSpLocks/>
          </p:cNvCxnSpPr>
          <p:nvPr/>
        </p:nvCxnSpPr>
        <p:spPr>
          <a:xfrm>
            <a:off x="1826108" y="3107267"/>
            <a:ext cx="0" cy="643465"/>
          </a:xfrm>
          <a:prstGeom prst="straightConnector1">
            <a:avLst/>
          </a:prstGeom>
          <a:ln w="19050">
            <a:solidFill>
              <a:srgbClr val="F3712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3A786DFE-949F-E44A-841D-60B960A454E1}"/>
              </a:ext>
            </a:extLst>
          </p:cNvPr>
          <p:cNvCxnSpPr>
            <a:cxnSpLocks/>
            <a:stCxn id="120" idx="3"/>
          </p:cNvCxnSpPr>
          <p:nvPr/>
        </p:nvCxnSpPr>
        <p:spPr>
          <a:xfrm flipV="1">
            <a:off x="3180022" y="3750733"/>
            <a:ext cx="0" cy="781224"/>
          </a:xfrm>
          <a:prstGeom prst="straightConnector1">
            <a:avLst/>
          </a:prstGeom>
          <a:ln w="19050">
            <a:solidFill>
              <a:srgbClr val="F3712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D499676D-AFB8-A849-83FA-D52F6B08044F}"/>
              </a:ext>
            </a:extLst>
          </p:cNvPr>
          <p:cNvCxnSpPr>
            <a:cxnSpLocks/>
          </p:cNvCxnSpPr>
          <p:nvPr/>
        </p:nvCxnSpPr>
        <p:spPr>
          <a:xfrm>
            <a:off x="4622781" y="3107268"/>
            <a:ext cx="0" cy="643465"/>
          </a:xfrm>
          <a:prstGeom prst="straightConnector1">
            <a:avLst/>
          </a:prstGeom>
          <a:ln w="19050">
            <a:solidFill>
              <a:srgbClr val="F3712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4B4F538B-5411-EF46-AEAB-CF37E59AE74E}"/>
              </a:ext>
            </a:extLst>
          </p:cNvPr>
          <p:cNvCxnSpPr>
            <a:cxnSpLocks/>
          </p:cNvCxnSpPr>
          <p:nvPr/>
        </p:nvCxnSpPr>
        <p:spPr>
          <a:xfrm flipV="1">
            <a:off x="6064159" y="3750733"/>
            <a:ext cx="0" cy="781224"/>
          </a:xfrm>
          <a:prstGeom prst="straightConnector1">
            <a:avLst/>
          </a:prstGeom>
          <a:ln w="19050">
            <a:solidFill>
              <a:srgbClr val="F3712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7A7BCD8C-43B2-A843-9661-041EEC5F95B7}"/>
              </a:ext>
            </a:extLst>
          </p:cNvPr>
          <p:cNvCxnSpPr>
            <a:cxnSpLocks/>
          </p:cNvCxnSpPr>
          <p:nvPr/>
        </p:nvCxnSpPr>
        <p:spPr>
          <a:xfrm>
            <a:off x="7535613" y="3107268"/>
            <a:ext cx="0" cy="643465"/>
          </a:xfrm>
          <a:prstGeom prst="straightConnector1">
            <a:avLst/>
          </a:prstGeom>
          <a:ln w="19050">
            <a:solidFill>
              <a:srgbClr val="F3712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416FD6F0-2D44-4E4B-B393-6320477E7C50}"/>
              </a:ext>
            </a:extLst>
          </p:cNvPr>
          <p:cNvCxnSpPr>
            <a:cxnSpLocks/>
          </p:cNvCxnSpPr>
          <p:nvPr/>
        </p:nvCxnSpPr>
        <p:spPr>
          <a:xfrm flipV="1">
            <a:off x="8964259" y="3750733"/>
            <a:ext cx="0" cy="781224"/>
          </a:xfrm>
          <a:prstGeom prst="straightConnector1">
            <a:avLst/>
          </a:prstGeom>
          <a:ln w="19050">
            <a:solidFill>
              <a:srgbClr val="F3712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87E7F800-7330-3C45-A8CA-5C7E1E28D796}"/>
              </a:ext>
            </a:extLst>
          </p:cNvPr>
          <p:cNvCxnSpPr>
            <a:cxnSpLocks/>
          </p:cNvCxnSpPr>
          <p:nvPr/>
        </p:nvCxnSpPr>
        <p:spPr>
          <a:xfrm>
            <a:off x="10401941" y="3107267"/>
            <a:ext cx="0" cy="643465"/>
          </a:xfrm>
          <a:prstGeom prst="straightConnector1">
            <a:avLst/>
          </a:prstGeom>
          <a:ln w="19050">
            <a:solidFill>
              <a:srgbClr val="F3712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ound Diagonal Corner Rectangle 111">
            <a:extLst>
              <a:ext uri="{FF2B5EF4-FFF2-40B4-BE49-F238E27FC236}">
                <a16:creationId xmlns:a16="http://schemas.microsoft.com/office/drawing/2014/main" id="{EEE9B3CD-FE15-3441-985C-09BBE4343739}"/>
              </a:ext>
            </a:extLst>
          </p:cNvPr>
          <p:cNvSpPr/>
          <p:nvPr/>
        </p:nvSpPr>
        <p:spPr>
          <a:xfrm>
            <a:off x="1253533" y="2384693"/>
            <a:ext cx="1145150" cy="77716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122" name="Round Diagonal Corner Rectangle 121">
            <a:extLst>
              <a:ext uri="{FF2B5EF4-FFF2-40B4-BE49-F238E27FC236}">
                <a16:creationId xmlns:a16="http://schemas.microsoft.com/office/drawing/2014/main" id="{8D7C31DF-FF53-2341-A20B-34FE1D90117D}"/>
              </a:ext>
            </a:extLst>
          </p:cNvPr>
          <p:cNvSpPr/>
          <p:nvPr/>
        </p:nvSpPr>
        <p:spPr>
          <a:xfrm>
            <a:off x="4074449" y="2384693"/>
            <a:ext cx="1145150" cy="77716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125" name="Round Diagonal Corner Rectangle 124">
            <a:extLst>
              <a:ext uri="{FF2B5EF4-FFF2-40B4-BE49-F238E27FC236}">
                <a16:creationId xmlns:a16="http://schemas.microsoft.com/office/drawing/2014/main" id="{60CA7464-3CC3-DB43-8A63-4A779FAFB805}"/>
              </a:ext>
            </a:extLst>
          </p:cNvPr>
          <p:cNvSpPr/>
          <p:nvPr/>
        </p:nvSpPr>
        <p:spPr>
          <a:xfrm>
            <a:off x="6957842" y="2384693"/>
            <a:ext cx="1145150" cy="77716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sp>
        <p:nvSpPr>
          <p:cNvPr id="131" name="Round Diagonal Corner Rectangle 130">
            <a:extLst>
              <a:ext uri="{FF2B5EF4-FFF2-40B4-BE49-F238E27FC236}">
                <a16:creationId xmlns:a16="http://schemas.microsoft.com/office/drawing/2014/main" id="{E6B74D07-595B-FF45-A2AA-D71824B7FAB6}"/>
              </a:ext>
            </a:extLst>
          </p:cNvPr>
          <p:cNvSpPr/>
          <p:nvPr/>
        </p:nvSpPr>
        <p:spPr>
          <a:xfrm>
            <a:off x="9841235" y="2384693"/>
            <a:ext cx="1145150" cy="77716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2600" dirty="0">
              <a:latin typeface="BR Omega VN" pitchFamily="2" charset="77"/>
            </a:endParaRPr>
          </a:p>
        </p:txBody>
      </p:sp>
      <p:pic>
        <p:nvPicPr>
          <p:cNvPr id="204" name="Picture 203">
            <a:extLst>
              <a:ext uri="{FF2B5EF4-FFF2-40B4-BE49-F238E27FC236}">
                <a16:creationId xmlns:a16="http://schemas.microsoft.com/office/drawing/2014/main" id="{66F21AF7-E518-5544-BC6E-B8AB8DBC24D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9571" y="2496500"/>
            <a:ext cx="522639" cy="522639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3D81CDDD-B9E7-5A45-A105-17899277FAE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0100" y="2479896"/>
            <a:ext cx="571026" cy="572635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00853E53-B218-844C-B504-DAF2D88C2CB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9630" y="4612194"/>
            <a:ext cx="560782" cy="560782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F0227759-23A5-8248-B161-28AAA2C14E8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07319" y="4681037"/>
            <a:ext cx="513879" cy="513879"/>
          </a:xfrm>
          <a:prstGeom prst="rect">
            <a:avLst/>
          </a:prstGeom>
        </p:spPr>
      </p:pic>
      <p:pic>
        <p:nvPicPr>
          <p:cNvPr id="208" name="Picture 207">
            <a:extLst>
              <a:ext uri="{FF2B5EF4-FFF2-40B4-BE49-F238E27FC236}">
                <a16:creationId xmlns:a16="http://schemas.microsoft.com/office/drawing/2014/main" id="{34AD358F-3C13-6145-BF74-8FDB0625F86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9074" y="4617500"/>
            <a:ext cx="550170" cy="550170"/>
          </a:xfrm>
          <a:prstGeom prst="rect">
            <a:avLst/>
          </a:prstGeom>
        </p:spPr>
      </p:pic>
      <p:pic>
        <p:nvPicPr>
          <p:cNvPr id="209" name="Picture 208">
            <a:extLst>
              <a:ext uri="{FF2B5EF4-FFF2-40B4-BE49-F238E27FC236}">
                <a16:creationId xmlns:a16="http://schemas.microsoft.com/office/drawing/2014/main" id="{3B1412BE-4084-3D48-BC64-540A560DCF6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7140" y="2510916"/>
            <a:ext cx="548354" cy="548354"/>
          </a:xfrm>
          <a:prstGeom prst="rect">
            <a:avLst/>
          </a:prstGeom>
        </p:spPr>
      </p:pic>
      <p:pic>
        <p:nvPicPr>
          <p:cNvPr id="210" name="Picture 209">
            <a:extLst>
              <a:ext uri="{FF2B5EF4-FFF2-40B4-BE49-F238E27FC236}">
                <a16:creationId xmlns:a16="http://schemas.microsoft.com/office/drawing/2014/main" id="{57D5A2AF-8BB1-3142-B4FD-365A6E4101E0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855" y="2510916"/>
            <a:ext cx="565507" cy="563918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A644522-74E0-C84F-94DA-AAE6D383A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31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375697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55CB69-669D-A4CE-D4D3-30FC573E6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32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9BC830-7100-614E-7816-F3A7D81563C7}"/>
              </a:ext>
            </a:extLst>
          </p:cNvPr>
          <p:cNvSpPr txBox="1"/>
          <p:nvPr/>
        </p:nvSpPr>
        <p:spPr>
          <a:xfrm>
            <a:off x="849084" y="3907631"/>
            <a:ext cx="3720861" cy="232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9226D"/>
                </a:solidFill>
              </a:rPr>
              <a:t>CONTACT US </a:t>
            </a:r>
            <a:endParaRPr lang="en-US" sz="1200" dirty="0">
              <a:solidFill>
                <a:srgbClr val="19226D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19226D"/>
                </a:solidFill>
              </a:rPr>
              <a:t>FPT </a:t>
            </a:r>
            <a:r>
              <a:rPr lang="en-US" sz="1200" dirty="0" err="1">
                <a:solidFill>
                  <a:srgbClr val="19226D"/>
                </a:solidFill>
              </a:rPr>
              <a:t>Cau</a:t>
            </a:r>
            <a:r>
              <a:rPr lang="en-US" sz="1200" dirty="0">
                <a:solidFill>
                  <a:srgbClr val="19226D"/>
                </a:solidFill>
              </a:rPr>
              <a:t> </a:t>
            </a:r>
            <a:r>
              <a:rPr lang="en-US" sz="1200" dirty="0" err="1">
                <a:solidFill>
                  <a:srgbClr val="19226D"/>
                </a:solidFill>
              </a:rPr>
              <a:t>Giay</a:t>
            </a:r>
            <a:r>
              <a:rPr lang="en-US" sz="1200" dirty="0">
                <a:solidFill>
                  <a:srgbClr val="19226D"/>
                </a:solidFill>
              </a:rPr>
              <a:t> Building, </a:t>
            </a:r>
            <a:r>
              <a:rPr lang="en-US" sz="1200" dirty="0" err="1">
                <a:solidFill>
                  <a:srgbClr val="19226D"/>
                </a:solidFill>
              </a:rPr>
              <a:t>Duy</a:t>
            </a:r>
            <a:r>
              <a:rPr lang="en-US" sz="1200" dirty="0">
                <a:solidFill>
                  <a:srgbClr val="19226D"/>
                </a:solidFill>
              </a:rPr>
              <a:t> Tan Street, Dich </a:t>
            </a:r>
            <a:r>
              <a:rPr lang="en-US" sz="1200" dirty="0" err="1">
                <a:solidFill>
                  <a:srgbClr val="19226D"/>
                </a:solidFill>
              </a:rPr>
              <a:t>Vong</a:t>
            </a:r>
            <a:r>
              <a:rPr lang="en-US" sz="1200" dirty="0">
                <a:solidFill>
                  <a:srgbClr val="19226D"/>
                </a:solidFill>
              </a:rPr>
              <a:t> </a:t>
            </a:r>
            <a:r>
              <a:rPr lang="en-US" sz="1200" dirty="0" err="1">
                <a:solidFill>
                  <a:srgbClr val="19226D"/>
                </a:solidFill>
              </a:rPr>
              <a:t>Hau</a:t>
            </a:r>
            <a:r>
              <a:rPr lang="en-US" sz="1200" dirty="0">
                <a:solidFill>
                  <a:srgbClr val="19226D"/>
                </a:solidFill>
              </a:rPr>
              <a:t> Ward, </a:t>
            </a:r>
            <a:r>
              <a:rPr lang="en-US" sz="1200" dirty="0" err="1">
                <a:solidFill>
                  <a:srgbClr val="19226D"/>
                </a:solidFill>
              </a:rPr>
              <a:t>Cau</a:t>
            </a:r>
            <a:r>
              <a:rPr lang="en-US" sz="1200" dirty="0">
                <a:solidFill>
                  <a:srgbClr val="19226D"/>
                </a:solidFill>
              </a:rPr>
              <a:t> </a:t>
            </a:r>
            <a:r>
              <a:rPr lang="en-US" sz="1200" dirty="0" err="1">
                <a:solidFill>
                  <a:srgbClr val="19226D"/>
                </a:solidFill>
              </a:rPr>
              <a:t>Giay</a:t>
            </a:r>
            <a:r>
              <a:rPr lang="en-US" sz="1200" dirty="0">
                <a:solidFill>
                  <a:srgbClr val="19226D"/>
                </a:solidFill>
              </a:rPr>
              <a:t> District, Hanoi City, Vietnam</a:t>
            </a:r>
            <a:br>
              <a:rPr lang="en-US" sz="1200" dirty="0">
                <a:solidFill>
                  <a:srgbClr val="19226D"/>
                </a:solidFill>
              </a:rPr>
            </a:br>
            <a:r>
              <a:rPr lang="en-US" sz="1200" dirty="0">
                <a:solidFill>
                  <a:srgbClr val="19226D"/>
                </a:solidFill>
              </a:rPr>
              <a:t>Tel.: +84 (24) 3 768 9048</a:t>
            </a:r>
            <a:br>
              <a:rPr lang="en-US" sz="1200" dirty="0">
                <a:solidFill>
                  <a:srgbClr val="19226D"/>
                </a:solidFill>
              </a:rPr>
            </a:br>
            <a:r>
              <a:rPr lang="en-US" sz="1200" dirty="0">
                <a:solidFill>
                  <a:srgbClr val="19226D"/>
                </a:solidFill>
              </a:rPr>
              <a:t>Fax: +84 (24) 3 768 9049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19226D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rgbClr val="19226D"/>
                </a:solidFill>
              </a:rPr>
              <a:t>Contact Person: </a:t>
            </a:r>
            <a:r>
              <a:rPr lang="en-US" sz="1200" dirty="0" err="1">
                <a:solidFill>
                  <a:srgbClr val="19226D"/>
                </a:solidFill>
              </a:rPr>
              <a:t>Mr</a:t>
            </a:r>
            <a:r>
              <a:rPr lang="en-US" sz="1200" dirty="0">
                <a:solidFill>
                  <a:srgbClr val="19226D"/>
                </a:solidFill>
              </a:rPr>
              <a:t>/</a:t>
            </a:r>
            <a:r>
              <a:rPr lang="en-US" sz="1200" dirty="0" err="1">
                <a:solidFill>
                  <a:srgbClr val="19226D"/>
                </a:solidFill>
              </a:rPr>
              <a:t>Ms.ABC</a:t>
            </a:r>
            <a:r>
              <a:rPr lang="en-US" sz="1200" dirty="0">
                <a:solidFill>
                  <a:srgbClr val="19226D"/>
                </a:solidFill>
              </a:rPr>
              <a:t/>
            </a:r>
            <a:br>
              <a:rPr lang="en-US" sz="1200" dirty="0">
                <a:solidFill>
                  <a:srgbClr val="19226D"/>
                </a:solidFill>
              </a:rPr>
            </a:br>
            <a:r>
              <a:rPr lang="en-US" sz="1200" dirty="0">
                <a:solidFill>
                  <a:srgbClr val="19226D"/>
                </a:solidFill>
              </a:rPr>
              <a:t>Head of ABC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19226D"/>
                </a:solidFill>
              </a:rPr>
              <a:t>Email: </a:t>
            </a:r>
            <a:r>
              <a:rPr lang="en-US" sz="1200" u="sng" dirty="0" err="1">
                <a:solidFill>
                  <a:srgbClr val="19226D"/>
                </a:solidFill>
              </a:rPr>
              <a:t>abc@fpt-software.com</a:t>
            </a:r>
            <a:endParaRPr lang="en-US" sz="1200" u="sng" dirty="0">
              <a:solidFill>
                <a:srgbClr val="19226D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19226D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62711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145F29D-A42F-4744-89EF-9F22ADBE3257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74D0CAF-E251-1B45-90EE-516770F19E93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B60DC3-1B5C-514F-8555-4B7AEC2F08DD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57C38C0-D163-3D4F-9A2B-CC3726613ED8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51304F1-7CD1-9942-94FE-F5EBEA7B5A28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BC89E39-F92F-4C48-9326-E0A54168FFC1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A17C81-171E-6A4F-AC6A-269DCA9636E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954656" y="1047268"/>
            <a:ext cx="1822517" cy="6952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F5E8C1-8DE8-0841-A4C2-E2F21DE55801}"/>
              </a:ext>
            </a:extLst>
          </p:cNvPr>
          <p:cNvSpPr txBox="1"/>
          <p:nvPr/>
        </p:nvSpPr>
        <p:spPr>
          <a:xfrm>
            <a:off x="1066799" y="2155031"/>
            <a:ext cx="3720861" cy="232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37121"/>
                </a:solidFill>
              </a:rPr>
              <a:t>CONTACT US </a:t>
            </a:r>
            <a:endParaRPr lang="en-US" sz="1200" dirty="0">
              <a:solidFill>
                <a:srgbClr val="F37121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bg1"/>
                </a:solidFill>
              </a:rPr>
              <a:t>FPT </a:t>
            </a:r>
            <a:r>
              <a:rPr lang="en-US" sz="1200" dirty="0" err="1">
                <a:solidFill>
                  <a:schemeClr val="bg1"/>
                </a:solidFill>
              </a:rPr>
              <a:t>Cau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Giay</a:t>
            </a:r>
            <a:r>
              <a:rPr lang="en-US" sz="1200" dirty="0">
                <a:solidFill>
                  <a:schemeClr val="bg1"/>
                </a:solidFill>
              </a:rPr>
              <a:t> Building, </a:t>
            </a:r>
            <a:r>
              <a:rPr lang="en-US" sz="1200" dirty="0" err="1">
                <a:solidFill>
                  <a:schemeClr val="bg1"/>
                </a:solidFill>
              </a:rPr>
              <a:t>Duy</a:t>
            </a:r>
            <a:r>
              <a:rPr lang="en-US" sz="1200" dirty="0">
                <a:solidFill>
                  <a:schemeClr val="bg1"/>
                </a:solidFill>
              </a:rPr>
              <a:t> Tan Street, Dich </a:t>
            </a:r>
            <a:r>
              <a:rPr lang="en-US" sz="1200" dirty="0" err="1">
                <a:solidFill>
                  <a:schemeClr val="bg1"/>
                </a:solidFill>
              </a:rPr>
              <a:t>Vong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Hau</a:t>
            </a:r>
            <a:r>
              <a:rPr lang="en-US" sz="1200" dirty="0">
                <a:solidFill>
                  <a:schemeClr val="bg1"/>
                </a:solidFill>
              </a:rPr>
              <a:t> Ward, </a:t>
            </a:r>
            <a:r>
              <a:rPr lang="en-US" sz="1200" dirty="0" err="1">
                <a:solidFill>
                  <a:schemeClr val="bg1"/>
                </a:solidFill>
              </a:rPr>
              <a:t>Cau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Giay</a:t>
            </a:r>
            <a:r>
              <a:rPr lang="en-US" sz="1200" dirty="0">
                <a:solidFill>
                  <a:schemeClr val="bg1"/>
                </a:solidFill>
              </a:rPr>
              <a:t> District, Hanoi City, Vietnam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Tel.: +84 (24) 3 768 9048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Fax: +84 (24) 3 768 9049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bg1"/>
                </a:solidFill>
              </a:rPr>
              <a:t>Contact Person: </a:t>
            </a:r>
            <a:r>
              <a:rPr lang="en-US" sz="1200" dirty="0" err="1">
                <a:solidFill>
                  <a:schemeClr val="bg1"/>
                </a:solidFill>
              </a:rPr>
              <a:t>Mr</a:t>
            </a:r>
            <a:r>
              <a:rPr lang="en-US" sz="1200" dirty="0">
                <a:solidFill>
                  <a:schemeClr val="bg1"/>
                </a:solidFill>
              </a:rPr>
              <a:t>/</a:t>
            </a:r>
            <a:r>
              <a:rPr lang="en-US" sz="1200" dirty="0" err="1">
                <a:solidFill>
                  <a:schemeClr val="bg1"/>
                </a:solidFill>
              </a:rPr>
              <a:t>Ms.ABC</a:t>
            </a:r>
            <a:r>
              <a:rPr lang="en-US" sz="1200" dirty="0">
                <a:solidFill>
                  <a:schemeClr val="bg1"/>
                </a:solidFill>
              </a:rPr>
              <a:t/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Head of ABC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bg1"/>
                </a:solidFill>
              </a:rPr>
              <a:t>Email: </a:t>
            </a:r>
            <a:r>
              <a:rPr lang="en-US" sz="1200" u="sng" dirty="0" err="1">
                <a:solidFill>
                  <a:srgbClr val="F37121"/>
                </a:solidFill>
              </a:rPr>
              <a:t>abc@fpt-software.com</a:t>
            </a:r>
            <a:endParaRPr lang="en-US" sz="1200" u="sng" dirty="0">
              <a:solidFill>
                <a:srgbClr val="F37121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5467FC1-2BB7-6A4B-86EE-33A73BC30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33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715228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91013" y="466807"/>
            <a:ext cx="46099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3200" b="1" spc="600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LOGO GUIDELINE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F95BB6-E63B-BC4B-82E4-20BBA493C834}"/>
              </a:ext>
            </a:extLst>
          </p:cNvPr>
          <p:cNvSpPr txBox="1"/>
          <p:nvPr/>
        </p:nvSpPr>
        <p:spPr>
          <a:xfrm>
            <a:off x="1983028" y="3839493"/>
            <a:ext cx="1960819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Vertical - White version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343147-750C-DF4B-92DC-81D789D20A5F}"/>
              </a:ext>
            </a:extLst>
          </p:cNvPr>
          <p:cNvSpPr txBox="1"/>
          <p:nvPr/>
        </p:nvSpPr>
        <p:spPr>
          <a:xfrm>
            <a:off x="1983027" y="1729047"/>
            <a:ext cx="2318629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Horizontal - White version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8504AA7-CF49-B149-9F55-BA8C7513830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44059" y="2130173"/>
            <a:ext cx="3754240" cy="120291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733C004-2747-7E4A-A014-AEEC2315D9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83028" y="2095824"/>
            <a:ext cx="3754242" cy="120291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24037CA-EC96-5E4B-9764-73D671FC781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83028" y="4231991"/>
            <a:ext cx="3010852" cy="178412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65070A6-ED3D-CC46-807E-D48280CF66F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44059" y="4229805"/>
            <a:ext cx="3010852" cy="179937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F1C5FCA-79F0-F140-938C-C90CCE542A77}"/>
              </a:ext>
            </a:extLst>
          </p:cNvPr>
          <p:cNvSpPr txBox="1"/>
          <p:nvPr/>
        </p:nvSpPr>
        <p:spPr>
          <a:xfrm>
            <a:off x="6644060" y="3859501"/>
            <a:ext cx="1960819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Vertical - </a:t>
            </a:r>
            <a:r>
              <a:rPr lang="en-IN" sz="1200" dirty="0" err="1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Color</a:t>
            </a: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 version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369DB4-6830-F24C-BA85-8F7DAAD2F50D}"/>
              </a:ext>
            </a:extLst>
          </p:cNvPr>
          <p:cNvSpPr txBox="1"/>
          <p:nvPr/>
        </p:nvSpPr>
        <p:spPr>
          <a:xfrm>
            <a:off x="6644059" y="1729047"/>
            <a:ext cx="2318629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Horizontal - </a:t>
            </a:r>
            <a:r>
              <a:rPr lang="en-IN" sz="1200" dirty="0" err="1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Color</a:t>
            </a: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 version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7C8B759-E132-EF44-AC0E-4B1B1D8E247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43639" y="2202843"/>
            <a:ext cx="2604503" cy="101766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15A1357-A8EA-394B-BC87-CC2113F1B8A3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88149" y="2078134"/>
            <a:ext cx="2711395" cy="123829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01496EE-6EA9-C449-B129-A51F81E426AB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52154" y="4360670"/>
            <a:ext cx="2056236" cy="149944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4BF9D4D-ED4A-3440-9F2E-3CFFA8DE07DA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72077" y="4424282"/>
            <a:ext cx="1963974" cy="149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3073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91013" y="466807"/>
            <a:ext cx="46099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3200" b="1" spc="600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LOGO GUIDELINE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7404E4-46B8-D542-AB68-7A04C183BFA7}"/>
              </a:ext>
            </a:extLst>
          </p:cNvPr>
          <p:cNvSpPr txBox="1"/>
          <p:nvPr/>
        </p:nvSpPr>
        <p:spPr>
          <a:xfrm>
            <a:off x="973450" y="3606107"/>
            <a:ext cx="259838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rgbClr val="B5B5B5"/>
                </a:solidFill>
                <a:latin typeface="BR Omega VN" pitchFamily="2" charset="77"/>
                <a:cs typeface="Segoe UI" panose="020B0502040204020203" pitchFamily="34" charset="0"/>
              </a:rPr>
              <a:t>Logo on background</a:t>
            </a:r>
            <a:endParaRPr lang="en-IN" sz="1600" b="1" dirty="0">
              <a:solidFill>
                <a:srgbClr val="B5B5B5"/>
              </a:solidFill>
              <a:latin typeface="BR Omega VN" pitchFamily="2" charset="77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E80836-1AA5-F34F-9C60-AD20CEA6D3AC}"/>
              </a:ext>
            </a:extLst>
          </p:cNvPr>
          <p:cNvSpPr txBox="1"/>
          <p:nvPr/>
        </p:nvSpPr>
        <p:spPr>
          <a:xfrm>
            <a:off x="973450" y="1361989"/>
            <a:ext cx="259838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rgbClr val="F37121"/>
                </a:solidFill>
                <a:latin typeface="BR Omega VN" pitchFamily="2" charset="77"/>
              </a:rPr>
              <a:t>Logo on header</a:t>
            </a:r>
            <a:endParaRPr lang="en-IN" sz="1600" b="1" dirty="0">
              <a:solidFill>
                <a:srgbClr val="F37121"/>
              </a:solidFill>
              <a:latin typeface="BR Omega VN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F95BB6-E63B-BC4B-82E4-20BBA493C834}"/>
              </a:ext>
            </a:extLst>
          </p:cNvPr>
          <p:cNvSpPr txBox="1"/>
          <p:nvPr/>
        </p:nvSpPr>
        <p:spPr>
          <a:xfrm>
            <a:off x="2659130" y="1384590"/>
            <a:ext cx="1405173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Vertical version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343147-750C-DF4B-92DC-81D789D20A5F}"/>
              </a:ext>
            </a:extLst>
          </p:cNvPr>
          <p:cNvSpPr txBox="1"/>
          <p:nvPr/>
        </p:nvSpPr>
        <p:spPr>
          <a:xfrm>
            <a:off x="3272706" y="3628708"/>
            <a:ext cx="1405173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Horizontal version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8504AA7-CF49-B149-9F55-BA8C7513830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8551" y="2529832"/>
            <a:ext cx="8835275" cy="6994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733C004-2747-7E4A-A014-AEEC2315D90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8551" y="1743570"/>
            <a:ext cx="8835275" cy="69945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3A54951-A5D7-ED4F-B578-BAD8482DC060}"/>
              </a:ext>
            </a:extLst>
          </p:cNvPr>
          <p:cNvSpPr txBox="1"/>
          <p:nvPr/>
        </p:nvSpPr>
        <p:spPr>
          <a:xfrm>
            <a:off x="3099171" y="1981472"/>
            <a:ext cx="3436801" cy="2077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/>
                </a:solidFill>
                <a:ea typeface="Open Sans" panose="020B0606030504020204" pitchFamily="34" charset="0"/>
                <a:cs typeface="Arial" panose="020B0604020202020204" pitchFamily="34" charset="0"/>
              </a:rPr>
              <a:t>White logo on the </a:t>
            </a:r>
            <a:r>
              <a:rPr lang="en-IN" sz="1200" dirty="0" err="1">
                <a:solidFill>
                  <a:schemeClr val="bg1"/>
                </a:solidFill>
                <a:ea typeface="Open Sans" panose="020B0606030504020204" pitchFamily="34" charset="0"/>
                <a:cs typeface="Arial" panose="020B0604020202020204" pitchFamily="34" charset="0"/>
              </a:rPr>
              <a:t>color</a:t>
            </a:r>
            <a:r>
              <a:rPr lang="en-IN" sz="1200" dirty="0">
                <a:solidFill>
                  <a:schemeClr val="bg1"/>
                </a:solidFill>
                <a:ea typeface="Open Sans" panose="020B0606030504020204" pitchFamily="34" charset="0"/>
                <a:cs typeface="Arial" panose="020B0604020202020204" pitchFamily="34" charset="0"/>
              </a:rPr>
              <a:t>/dark background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9D2AEF-1302-D945-B6D1-E5547CD9F857}"/>
              </a:ext>
            </a:extLst>
          </p:cNvPr>
          <p:cNvSpPr txBox="1"/>
          <p:nvPr/>
        </p:nvSpPr>
        <p:spPr>
          <a:xfrm>
            <a:off x="3102259" y="2727383"/>
            <a:ext cx="3298541" cy="2077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 err="1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Color</a:t>
            </a: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 logo on the white/bright background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24037CA-EC96-5E4B-9764-73D671FC781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7097" y="4148177"/>
            <a:ext cx="3586729" cy="180658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65070A6-ED3D-CC46-807E-D48280CF66F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90669" y="4114116"/>
            <a:ext cx="3449216" cy="181132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C8BF0B3-6190-B642-A116-9719CD002F37}"/>
              </a:ext>
            </a:extLst>
          </p:cNvPr>
          <p:cNvSpPr txBox="1"/>
          <p:nvPr/>
        </p:nvSpPr>
        <p:spPr>
          <a:xfrm>
            <a:off x="6571441" y="4638293"/>
            <a:ext cx="1115459" cy="6442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White logo on the </a:t>
            </a:r>
            <a:r>
              <a:rPr lang="en-IN" sz="1200" dirty="0" err="1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color</a:t>
            </a: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/dark background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31BD2C-87AC-B547-8897-A946206E5059}"/>
              </a:ext>
            </a:extLst>
          </p:cNvPr>
          <p:cNvSpPr txBox="1"/>
          <p:nvPr/>
        </p:nvSpPr>
        <p:spPr>
          <a:xfrm>
            <a:off x="973450" y="4715936"/>
            <a:ext cx="1374463" cy="6442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 err="1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Color</a:t>
            </a: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 logo on the white/bright background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BAF356-EA42-6C43-BC65-7B6D2225979A}"/>
              </a:ext>
            </a:extLst>
          </p:cNvPr>
          <p:cNvSpPr txBox="1"/>
          <p:nvPr/>
        </p:nvSpPr>
        <p:spPr>
          <a:xfrm>
            <a:off x="3975292" y="1402500"/>
            <a:ext cx="1405173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Align right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D1E9FB-ECC6-B74F-A133-43C2927A9C53}"/>
              </a:ext>
            </a:extLst>
          </p:cNvPr>
          <p:cNvSpPr txBox="1"/>
          <p:nvPr/>
        </p:nvSpPr>
        <p:spPr>
          <a:xfrm>
            <a:off x="4751529" y="3634332"/>
            <a:ext cx="1405173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Align left</a:t>
            </a:r>
          </a:p>
        </p:txBody>
      </p:sp>
    </p:spTree>
    <p:extLst>
      <p:ext uri="{BB962C8B-B14F-4D97-AF65-F5344CB8AC3E}">
        <p14:creationId xmlns:p14="http://schemas.microsoft.com/office/powerpoint/2010/main" val="11612834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03549" y="466807"/>
            <a:ext cx="45849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3200" b="1" spc="600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FONT GUIDELINE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7DF28A-9E4E-DE4D-B62B-C4C4E6818C6A}"/>
              </a:ext>
            </a:extLst>
          </p:cNvPr>
          <p:cNvGrpSpPr/>
          <p:nvPr/>
        </p:nvGrpSpPr>
        <p:grpSpPr>
          <a:xfrm>
            <a:off x="4189176" y="3659588"/>
            <a:ext cx="6624304" cy="2090284"/>
            <a:chOff x="2587762" y="1899636"/>
            <a:chExt cx="7195843" cy="2499295"/>
          </a:xfrm>
        </p:grpSpPr>
        <p:sp>
          <p:nvSpPr>
            <p:cNvPr id="4" name="TextBox 3"/>
            <p:cNvSpPr txBox="1"/>
            <p:nvPr/>
          </p:nvSpPr>
          <p:spPr>
            <a:xfrm>
              <a:off x="2587762" y="1899636"/>
              <a:ext cx="3276600" cy="1582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dirty="0">
                  <a:solidFill>
                    <a:srgbClr val="19226D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Aa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88934" y="2582852"/>
              <a:ext cx="5194671" cy="441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rgbClr val="19226D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 B C D E F G H I K L M N O P Q R S T V X Y Z</a:t>
              </a:r>
              <a:endParaRPr lang="en-US" dirty="0">
                <a:solidFill>
                  <a:srgbClr val="19226D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88935" y="2959880"/>
              <a:ext cx="4527751" cy="441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rgbClr val="19226D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 b c d e f g h i k l m n o p q r s t v x y z</a:t>
              </a:r>
              <a:endParaRPr lang="en-US" dirty="0">
                <a:solidFill>
                  <a:srgbClr val="19226D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88935" y="3515731"/>
              <a:ext cx="853381" cy="8832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19226D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Regular</a:t>
              </a:r>
            </a:p>
            <a:p>
              <a:r>
                <a:rPr lang="en-US" sz="1400" i="1" dirty="0">
                  <a:solidFill>
                    <a:srgbClr val="19226D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Italic</a:t>
              </a:r>
            </a:p>
            <a:p>
              <a:r>
                <a:rPr lang="en-US" sz="1400" b="1" dirty="0">
                  <a:solidFill>
                    <a:srgbClr val="19226D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Bold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587762" y="3426836"/>
              <a:ext cx="2001173" cy="368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400" dirty="0">
                  <a:solidFill>
                    <a:srgbClr val="19226D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Segoe UI</a:t>
              </a:r>
              <a:endParaRPr lang="en-US" sz="1400" dirty="0">
                <a:solidFill>
                  <a:srgbClr val="19226D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47404E4-46B8-D542-AB68-7A04C183BFA7}"/>
              </a:ext>
            </a:extLst>
          </p:cNvPr>
          <p:cNvSpPr txBox="1"/>
          <p:nvPr/>
        </p:nvSpPr>
        <p:spPr>
          <a:xfrm>
            <a:off x="1092720" y="4216658"/>
            <a:ext cx="259838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rgbClr val="B5B5B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Body text/</a:t>
            </a:r>
          </a:p>
          <a:p>
            <a:r>
              <a:rPr lang="en-US" sz="1600" b="1" dirty="0">
                <a:solidFill>
                  <a:srgbClr val="B5B5B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Information text</a:t>
            </a:r>
            <a:endParaRPr lang="en-IN" sz="1600" b="1" dirty="0">
              <a:solidFill>
                <a:srgbClr val="B5B5B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7572A6-DB11-484B-8846-455B73621CE1}"/>
              </a:ext>
            </a:extLst>
          </p:cNvPr>
          <p:cNvGrpSpPr/>
          <p:nvPr/>
        </p:nvGrpSpPr>
        <p:grpSpPr>
          <a:xfrm>
            <a:off x="4185443" y="1331271"/>
            <a:ext cx="6722088" cy="1993818"/>
            <a:chOff x="2587762" y="1899636"/>
            <a:chExt cx="7302064" cy="238395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5F6FB89-96C2-6845-9162-30D6B2C25234}"/>
                </a:ext>
              </a:extLst>
            </p:cNvPr>
            <p:cNvSpPr txBox="1"/>
            <p:nvPr/>
          </p:nvSpPr>
          <p:spPr>
            <a:xfrm>
              <a:off x="2587762" y="1899636"/>
              <a:ext cx="3276600" cy="1582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dirty="0">
                  <a:solidFill>
                    <a:srgbClr val="19226D"/>
                  </a:solidFill>
                  <a:latin typeface="BR Omega VN" pitchFamily="2" charset="77"/>
                  <a:cs typeface="Segoe UI" panose="020B0502040204020203" pitchFamily="34" charset="0"/>
                </a:rPr>
                <a:t>Aa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57DEDC6-286F-454A-B7D0-67ACC6D2B4F0}"/>
                </a:ext>
              </a:extLst>
            </p:cNvPr>
            <p:cNvSpPr txBox="1"/>
            <p:nvPr/>
          </p:nvSpPr>
          <p:spPr>
            <a:xfrm>
              <a:off x="4588934" y="2582852"/>
              <a:ext cx="5300892" cy="441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rgbClr val="19226D"/>
                  </a:solidFill>
                  <a:latin typeface="BR Omega VN" pitchFamily="2" charset="77"/>
                  <a:cs typeface="Segoe UI" panose="020B0502040204020203" pitchFamily="34" charset="0"/>
                </a:rPr>
                <a:t>A B C D E F G H I K L M N O P Q R S T V X Y Z</a:t>
              </a:r>
              <a:endParaRPr lang="en-US" dirty="0">
                <a:solidFill>
                  <a:srgbClr val="19226D"/>
                </a:solidFill>
                <a:latin typeface="BR Omega VN" pitchFamily="2" charset="77"/>
                <a:cs typeface="Segoe UI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D1D605B-A211-004F-892C-A5CBA0D5BBB9}"/>
                </a:ext>
              </a:extLst>
            </p:cNvPr>
            <p:cNvSpPr txBox="1"/>
            <p:nvPr/>
          </p:nvSpPr>
          <p:spPr>
            <a:xfrm>
              <a:off x="4588935" y="2959880"/>
              <a:ext cx="4527751" cy="441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rgbClr val="19226D"/>
                  </a:solidFill>
                  <a:latin typeface="BR Omega VN" pitchFamily="2" charset="77"/>
                  <a:cs typeface="Segoe UI" panose="020B0502040204020203" pitchFamily="34" charset="0"/>
                </a:rPr>
                <a:t>a b c d e f g h i k l m n o p q r s t v x y z</a:t>
              </a:r>
              <a:endParaRPr lang="en-US" dirty="0">
                <a:solidFill>
                  <a:srgbClr val="19226D"/>
                </a:solidFill>
                <a:latin typeface="BR Omega VN" pitchFamily="2" charset="77"/>
                <a:cs typeface="Segoe UI" panose="020B0502040204020203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47F4FDF-4D03-6747-A379-1643DF02BD46}"/>
                </a:ext>
              </a:extLst>
            </p:cNvPr>
            <p:cNvSpPr txBox="1"/>
            <p:nvPr/>
          </p:nvSpPr>
          <p:spPr>
            <a:xfrm>
              <a:off x="4588935" y="3400389"/>
              <a:ext cx="897122" cy="8832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19226D"/>
                  </a:solidFill>
                  <a:latin typeface="BR Omega VN" pitchFamily="2" charset="77"/>
                  <a:cs typeface="Segoe UI" panose="020B0502040204020203" pitchFamily="34" charset="0"/>
                </a:rPr>
                <a:t>Regular</a:t>
              </a:r>
            </a:p>
            <a:p>
              <a:r>
                <a:rPr lang="en-US" sz="1400" i="1" dirty="0">
                  <a:solidFill>
                    <a:srgbClr val="19226D"/>
                  </a:solidFill>
                  <a:latin typeface="BR Omega VN" pitchFamily="2" charset="77"/>
                  <a:cs typeface="Segoe UI" panose="020B0502040204020203" pitchFamily="34" charset="0"/>
                </a:rPr>
                <a:t>Italic</a:t>
              </a:r>
            </a:p>
            <a:p>
              <a:r>
                <a:rPr lang="en-US" sz="1400" b="1" dirty="0">
                  <a:solidFill>
                    <a:srgbClr val="19226D"/>
                  </a:solidFill>
                  <a:latin typeface="BR Omega VN" pitchFamily="2" charset="77"/>
                  <a:cs typeface="Segoe UI" panose="020B0502040204020203" pitchFamily="34" charset="0"/>
                </a:rPr>
                <a:t>Bold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DF4DFFE-755D-E34B-AF99-60435CD4BCAF}"/>
                </a:ext>
              </a:extLst>
            </p:cNvPr>
            <p:cNvSpPr txBox="1"/>
            <p:nvPr/>
          </p:nvSpPr>
          <p:spPr>
            <a:xfrm>
              <a:off x="2587762" y="3426836"/>
              <a:ext cx="2001173" cy="368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400" dirty="0">
                  <a:solidFill>
                    <a:srgbClr val="19226D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 Omega VN</a:t>
              </a:r>
              <a:endParaRPr lang="en-US" sz="1400" dirty="0">
                <a:solidFill>
                  <a:srgbClr val="19226D"/>
                </a:solidFill>
                <a:latin typeface="BR Omega VN" pitchFamily="2" charset="77"/>
                <a:cs typeface="Segoe UI" panose="020B0502040204020203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AE80836-1AA5-F34F-9C60-AD20CEA6D3AC}"/>
              </a:ext>
            </a:extLst>
          </p:cNvPr>
          <p:cNvSpPr txBox="1"/>
          <p:nvPr/>
        </p:nvSpPr>
        <p:spPr>
          <a:xfrm>
            <a:off x="1092721" y="1902678"/>
            <a:ext cx="153121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rgbClr val="F37121"/>
                </a:solidFill>
                <a:latin typeface="BR Omega VN" pitchFamily="2" charset="77"/>
              </a:rPr>
              <a:t>Title/Headline</a:t>
            </a:r>
          </a:p>
          <a:p>
            <a:r>
              <a:rPr lang="en-US" sz="1600" b="1" dirty="0">
                <a:solidFill>
                  <a:srgbClr val="F37121"/>
                </a:solidFill>
                <a:latin typeface="BR Omega VN" pitchFamily="2" charset="77"/>
              </a:rPr>
              <a:t>/Section text</a:t>
            </a:r>
            <a:endParaRPr lang="en-IN" sz="1600" b="1" dirty="0">
              <a:solidFill>
                <a:srgbClr val="F37121"/>
              </a:solidFill>
              <a:latin typeface="BR Omega VN" pitchFamily="2" charset="77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60AB9E8-C5DF-0844-94F0-E596EDBE92AF}"/>
              </a:ext>
            </a:extLst>
          </p:cNvPr>
          <p:cNvCxnSpPr/>
          <p:nvPr/>
        </p:nvCxnSpPr>
        <p:spPr>
          <a:xfrm>
            <a:off x="3593451" y="3659588"/>
            <a:ext cx="7768424" cy="0"/>
          </a:xfrm>
          <a:prstGeom prst="line">
            <a:avLst/>
          </a:prstGeom>
          <a:ln w="12700">
            <a:solidFill>
              <a:srgbClr val="F371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D1B37E6-82C6-EA4C-8B69-FDE7AF434E4C}"/>
              </a:ext>
            </a:extLst>
          </p:cNvPr>
          <p:cNvSpPr txBox="1"/>
          <p:nvPr/>
        </p:nvSpPr>
        <p:spPr>
          <a:xfrm>
            <a:off x="1092720" y="2540833"/>
            <a:ext cx="1960581" cy="20236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b="1" dirty="0">
                <a:solidFill>
                  <a:srgbClr val="19226D"/>
                </a:solidFill>
                <a:ea typeface="Open Sans" panose="020B0606030504020204" pitchFamily="34" charset="0"/>
                <a:cs typeface="Arial" panose="020B0604020202020204" pitchFamily="34" charset="0"/>
              </a:rPr>
              <a:t>Need to be installed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5E41EA-415A-AC4B-B543-58ECDDB7F0AE}"/>
              </a:ext>
            </a:extLst>
          </p:cNvPr>
          <p:cNvSpPr txBox="1"/>
          <p:nvPr/>
        </p:nvSpPr>
        <p:spPr>
          <a:xfrm>
            <a:off x="1092720" y="2787728"/>
            <a:ext cx="1960581" cy="20236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b="1" u="sng" dirty="0">
                <a:solidFill>
                  <a:srgbClr val="33B2C1"/>
                </a:solidFill>
                <a:ea typeface="Open Sans" panose="020B0606030504020204" pitchFamily="34" charset="0"/>
                <a:cs typeface="Arial" panose="020B0604020202020204" pitchFamily="34" charset="0"/>
                <a:hlinkClick r:id="rId2"/>
              </a:rPr>
              <a:t>DOWNLOAD HERE</a:t>
            </a:r>
            <a:endParaRPr lang="en-IN" sz="1200" b="1" u="sng" dirty="0">
              <a:solidFill>
                <a:srgbClr val="33B2C1"/>
              </a:solidFill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1D1FFF-9ADB-8048-9940-C6CE2891C9A4}"/>
              </a:ext>
            </a:extLst>
          </p:cNvPr>
          <p:cNvSpPr txBox="1"/>
          <p:nvPr/>
        </p:nvSpPr>
        <p:spPr>
          <a:xfrm>
            <a:off x="1092719" y="4804514"/>
            <a:ext cx="2397904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B5B5B5"/>
                </a:solidFill>
                <a:ea typeface="Open Sans" panose="020B0606030504020204" pitchFamily="34" charset="0"/>
                <a:cs typeface="Arial" panose="020B0604020202020204" pitchFamily="34" charset="0"/>
              </a:rPr>
              <a:t>Available on Default Font System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428F4E0-4E43-404B-BDD3-A864D81A3E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835" y="1228518"/>
            <a:ext cx="7770040" cy="233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286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38823" y="307542"/>
            <a:ext cx="49143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3200" b="1" spc="600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COLOR GUIDELINE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BE2C4A-5C3E-9341-89FA-226B9A6BA952}"/>
              </a:ext>
            </a:extLst>
          </p:cNvPr>
          <p:cNvSpPr txBox="1"/>
          <p:nvPr/>
        </p:nvSpPr>
        <p:spPr>
          <a:xfrm>
            <a:off x="1108623" y="1098395"/>
            <a:ext cx="259838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>
                <a:solidFill>
                  <a:srgbClr val="19226D"/>
                </a:solidFill>
                <a:latin typeface="BR Omega VN" pitchFamily="2" charset="77"/>
              </a:rPr>
              <a:t>Text &amp; Line</a:t>
            </a:r>
            <a:endParaRPr lang="en-IN" sz="2000" b="1" dirty="0">
              <a:solidFill>
                <a:srgbClr val="19226D"/>
              </a:solidFill>
              <a:latin typeface="BR Omega VN" pitchFamily="2" charset="7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87751" y="2301946"/>
            <a:ext cx="732524" cy="582092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687751" y="1575419"/>
            <a:ext cx="732524" cy="582092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7687751" y="3016873"/>
            <a:ext cx="732524" cy="582092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687751" y="3727480"/>
            <a:ext cx="732524" cy="582092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755776" y="1652859"/>
            <a:ext cx="732524" cy="582092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687751" y="5163092"/>
            <a:ext cx="732524" cy="582092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517991" y="2301946"/>
            <a:ext cx="2037859" cy="659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Fpt blue</a:t>
            </a:r>
          </a:p>
          <a:p>
            <a:r>
              <a:rPr lang="vi-VN" sz="1400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3 – 78 - 162</a:t>
            </a:r>
          </a:p>
          <a:p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17991" y="1575419"/>
            <a:ext cx="2037859" cy="659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19226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Dark violet blue</a:t>
            </a:r>
          </a:p>
          <a:p>
            <a:r>
              <a:rPr lang="vi-VN" sz="1400" dirty="0">
                <a:solidFill>
                  <a:srgbClr val="19226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25 – 34 - 109</a:t>
            </a:r>
          </a:p>
          <a:p>
            <a:endParaRPr lang="en-US" sz="1400" dirty="0">
              <a:solidFill>
                <a:srgbClr val="19226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17991" y="3040052"/>
            <a:ext cx="2037859" cy="467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Emerald</a:t>
            </a:r>
          </a:p>
          <a:p>
            <a:r>
              <a:rPr lang="vi-VN" sz="1400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51 – 178 - 193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7991" y="3727480"/>
            <a:ext cx="2037859" cy="467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50B84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Fpt green</a:t>
            </a:r>
          </a:p>
          <a:p>
            <a:r>
              <a:rPr lang="vi-VN" sz="1400" dirty="0">
                <a:solidFill>
                  <a:srgbClr val="50B84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80 – 184 - 72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9724" y="1710582"/>
            <a:ext cx="1860505" cy="467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Fpt orange</a:t>
            </a:r>
          </a:p>
          <a:p>
            <a:r>
              <a:rPr lang="vi-VN" sz="1400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243 – 112 - 33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7991" y="5163092"/>
            <a:ext cx="2037859" cy="467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B5B5B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Light gray</a:t>
            </a:r>
          </a:p>
          <a:p>
            <a:r>
              <a:rPr lang="vi-VN" sz="1400" dirty="0">
                <a:solidFill>
                  <a:srgbClr val="B5B5B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228 – 229 - 230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5C561E0-ADD3-734E-AFF1-A6F357955149}"/>
              </a:ext>
            </a:extLst>
          </p:cNvPr>
          <p:cNvSpPr/>
          <p:nvPr/>
        </p:nvSpPr>
        <p:spPr>
          <a:xfrm>
            <a:off x="7691789" y="4438894"/>
            <a:ext cx="732524" cy="582092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A06C8B-E58D-2D43-A84C-628B955E00AA}"/>
              </a:ext>
            </a:extLst>
          </p:cNvPr>
          <p:cNvSpPr txBox="1"/>
          <p:nvPr/>
        </p:nvSpPr>
        <p:spPr>
          <a:xfrm>
            <a:off x="8522028" y="4508004"/>
            <a:ext cx="2037859" cy="467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Gray</a:t>
            </a:r>
          </a:p>
          <a:p>
            <a:r>
              <a:rPr lang="vi-VN" sz="1400" dirty="0">
                <a:solidFill>
                  <a:schemeClr val="accent4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228 – 229 - 230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DF5AC04-EA26-6740-B8C3-19F51EE29499}"/>
              </a:ext>
            </a:extLst>
          </p:cNvPr>
          <p:cNvSpPr/>
          <p:nvPr/>
        </p:nvSpPr>
        <p:spPr>
          <a:xfrm>
            <a:off x="2755776" y="3043819"/>
            <a:ext cx="732524" cy="582092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41CBBEA-74C5-CA47-AA92-29DE43AEF487}"/>
              </a:ext>
            </a:extLst>
          </p:cNvPr>
          <p:cNvSpPr/>
          <p:nvPr/>
        </p:nvSpPr>
        <p:spPr>
          <a:xfrm>
            <a:off x="2755776" y="3754426"/>
            <a:ext cx="732524" cy="582092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507E21-7C1B-924E-9F03-B992B22567E2}"/>
              </a:ext>
            </a:extLst>
          </p:cNvPr>
          <p:cNvSpPr txBox="1"/>
          <p:nvPr/>
        </p:nvSpPr>
        <p:spPr>
          <a:xfrm>
            <a:off x="3609724" y="3066998"/>
            <a:ext cx="2037859" cy="467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Emerald</a:t>
            </a:r>
          </a:p>
          <a:p>
            <a:r>
              <a:rPr lang="vi-VN" sz="1400" dirty="0">
                <a:solidFill>
                  <a:srgbClr val="33B2C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51 – 178 - 193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501C63-0780-A841-8CD8-D926899DBB60}"/>
              </a:ext>
            </a:extLst>
          </p:cNvPr>
          <p:cNvSpPr txBox="1"/>
          <p:nvPr/>
        </p:nvSpPr>
        <p:spPr>
          <a:xfrm>
            <a:off x="3609724" y="3754426"/>
            <a:ext cx="2037859" cy="467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50B84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Fpt green</a:t>
            </a:r>
          </a:p>
          <a:p>
            <a:r>
              <a:rPr lang="vi-VN" sz="1400" dirty="0">
                <a:solidFill>
                  <a:srgbClr val="50B84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80 – 184 - 72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17E7CEE-FEA3-4D40-83EE-AC69650373C8}"/>
              </a:ext>
            </a:extLst>
          </p:cNvPr>
          <p:cNvSpPr/>
          <p:nvPr/>
        </p:nvSpPr>
        <p:spPr>
          <a:xfrm>
            <a:off x="2755776" y="4465033"/>
            <a:ext cx="732524" cy="582092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05A73D1-7885-6342-935E-4631C49C868F}"/>
              </a:ext>
            </a:extLst>
          </p:cNvPr>
          <p:cNvSpPr/>
          <p:nvPr/>
        </p:nvSpPr>
        <p:spPr>
          <a:xfrm>
            <a:off x="2755776" y="2348909"/>
            <a:ext cx="732524" cy="582092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C4FF9C-FF49-6540-8F0B-DA5A040DB744}"/>
              </a:ext>
            </a:extLst>
          </p:cNvPr>
          <p:cNvSpPr txBox="1"/>
          <p:nvPr/>
        </p:nvSpPr>
        <p:spPr>
          <a:xfrm>
            <a:off x="3609724" y="4465033"/>
            <a:ext cx="2037859" cy="659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Fpt blue</a:t>
            </a:r>
          </a:p>
          <a:p>
            <a:r>
              <a:rPr lang="vi-VN" sz="1400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3 – 78 - 162</a:t>
            </a:r>
          </a:p>
          <a:p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F8D951-A9AB-104F-83D7-4A3B149C87B7}"/>
              </a:ext>
            </a:extLst>
          </p:cNvPr>
          <p:cNvSpPr txBox="1"/>
          <p:nvPr/>
        </p:nvSpPr>
        <p:spPr>
          <a:xfrm>
            <a:off x="3609724" y="2348909"/>
            <a:ext cx="2037859" cy="659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19226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Dark violet blue</a:t>
            </a:r>
          </a:p>
          <a:p>
            <a:r>
              <a:rPr lang="vi-VN" sz="1400" dirty="0">
                <a:solidFill>
                  <a:srgbClr val="19226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25 – 34 - 109</a:t>
            </a:r>
          </a:p>
          <a:p>
            <a:endParaRPr lang="en-US" sz="1400" dirty="0">
              <a:solidFill>
                <a:srgbClr val="19226D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A73E3A-2F2E-5B4A-81FA-BB63D6DC9B6E}"/>
              </a:ext>
            </a:extLst>
          </p:cNvPr>
          <p:cNvSpPr txBox="1"/>
          <p:nvPr/>
        </p:nvSpPr>
        <p:spPr>
          <a:xfrm>
            <a:off x="1108626" y="1836482"/>
            <a:ext cx="1405173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Highly Recommend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3281F5-3352-2842-9703-EE59E18DC2D8}"/>
              </a:ext>
            </a:extLst>
          </p:cNvPr>
          <p:cNvSpPr txBox="1"/>
          <p:nvPr/>
        </p:nvSpPr>
        <p:spPr>
          <a:xfrm>
            <a:off x="6721773" y="1051784"/>
            <a:ext cx="259838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b="1" dirty="0">
                <a:solidFill>
                  <a:srgbClr val="19226D"/>
                </a:solidFill>
                <a:latin typeface="BR Omega VN" pitchFamily="2" charset="77"/>
              </a:rPr>
              <a:t>Shape &amp; Background</a:t>
            </a:r>
            <a:endParaRPr lang="en-IN" sz="2000" b="1" dirty="0">
              <a:solidFill>
                <a:srgbClr val="19226D"/>
              </a:solidFill>
              <a:latin typeface="BR Omega VN" pitchFamily="2" charset="77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90B1E82-886B-BD4E-97E1-6F3C587A486E}"/>
              </a:ext>
            </a:extLst>
          </p:cNvPr>
          <p:cNvSpPr/>
          <p:nvPr/>
        </p:nvSpPr>
        <p:spPr>
          <a:xfrm>
            <a:off x="7699995" y="5847509"/>
            <a:ext cx="732524" cy="582092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E7C66C-CBC6-E943-8370-24ED90DB4FEB}"/>
              </a:ext>
            </a:extLst>
          </p:cNvPr>
          <p:cNvSpPr txBox="1"/>
          <p:nvPr/>
        </p:nvSpPr>
        <p:spPr>
          <a:xfrm>
            <a:off x="8553943" y="5905232"/>
            <a:ext cx="1860505" cy="467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Fpt orange</a:t>
            </a:r>
          </a:p>
          <a:p>
            <a:r>
              <a:rPr lang="vi-VN" sz="1400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RBG: 243 – 112 - 33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C62519-A897-864B-8DE7-95BB0E3EECE2}"/>
              </a:ext>
            </a:extLst>
          </p:cNvPr>
          <p:cNvSpPr txBox="1"/>
          <p:nvPr/>
        </p:nvSpPr>
        <p:spPr>
          <a:xfrm>
            <a:off x="1108625" y="2479790"/>
            <a:ext cx="1405173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Recommend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C8EB6D-1D52-4C45-9D33-CF813F65D59D}"/>
              </a:ext>
            </a:extLst>
          </p:cNvPr>
          <p:cNvSpPr txBox="1"/>
          <p:nvPr/>
        </p:nvSpPr>
        <p:spPr>
          <a:xfrm>
            <a:off x="1108625" y="3199266"/>
            <a:ext cx="1405173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Recommend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31C12B-3EF6-6E4A-890D-D9E379B23176}"/>
              </a:ext>
            </a:extLst>
          </p:cNvPr>
          <p:cNvSpPr txBox="1"/>
          <p:nvPr/>
        </p:nvSpPr>
        <p:spPr>
          <a:xfrm>
            <a:off x="1108624" y="3918742"/>
            <a:ext cx="1405173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Supporting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B58BDC-BE28-7B43-8EBE-9DD2422EA8DD}"/>
              </a:ext>
            </a:extLst>
          </p:cNvPr>
          <p:cNvSpPr txBox="1"/>
          <p:nvPr/>
        </p:nvSpPr>
        <p:spPr>
          <a:xfrm>
            <a:off x="1108623" y="4694290"/>
            <a:ext cx="1405173" cy="2010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Supporting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9E1059-94E4-6F46-93DA-A8CA8873C69A}"/>
              </a:ext>
            </a:extLst>
          </p:cNvPr>
          <p:cNvSpPr txBox="1"/>
          <p:nvPr/>
        </p:nvSpPr>
        <p:spPr>
          <a:xfrm>
            <a:off x="6721773" y="5949784"/>
            <a:ext cx="788556" cy="4226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IN" sz="1200" dirty="0">
                <a:solidFill>
                  <a:schemeClr val="bg1">
                    <a:lumMod val="50000"/>
                  </a:schemeClr>
                </a:solidFill>
                <a:ea typeface="Open Sans" panose="020B0606030504020204" pitchFamily="34" charset="0"/>
                <a:cs typeface="Arial" panose="020B0604020202020204" pitchFamily="34" charset="0"/>
              </a:rPr>
              <a:t>Highlight shape</a:t>
            </a:r>
          </a:p>
        </p:txBody>
      </p:sp>
    </p:spTree>
    <p:extLst>
      <p:ext uri="{BB962C8B-B14F-4D97-AF65-F5344CB8AC3E}">
        <p14:creationId xmlns:p14="http://schemas.microsoft.com/office/powerpoint/2010/main" val="39195493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7839" y="466807"/>
            <a:ext cx="1816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600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ICONS</a:t>
            </a:r>
            <a:endParaRPr lang="vi-VN" sz="3200" b="1" spc="600" dirty="0">
              <a:solidFill>
                <a:srgbClr val="034EA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607" y="4397416"/>
            <a:ext cx="1085090" cy="108509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6246" y="4400464"/>
            <a:ext cx="1082042" cy="1082042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9979" y="4400464"/>
            <a:ext cx="1085090" cy="108204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712" y="4400464"/>
            <a:ext cx="1082042" cy="1082042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7445" y="4400464"/>
            <a:ext cx="1082042" cy="1082042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7388" y="4400464"/>
            <a:ext cx="1085090" cy="1082042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379" y="4400464"/>
            <a:ext cx="1082042" cy="1082042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607" y="2887979"/>
            <a:ext cx="1082042" cy="1082042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9465" y="2887979"/>
            <a:ext cx="1085090" cy="1082042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6246" y="2884931"/>
            <a:ext cx="1082042" cy="108509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9465" y="4397416"/>
            <a:ext cx="1085090" cy="108509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712" y="2884931"/>
            <a:ext cx="1082042" cy="108509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7445" y="2884931"/>
            <a:ext cx="1082042" cy="1085090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7388" y="2884931"/>
            <a:ext cx="1085090" cy="108509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379" y="2884931"/>
            <a:ext cx="1082042" cy="108509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607" y="1369398"/>
            <a:ext cx="1082042" cy="1085090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5561" y="1372446"/>
            <a:ext cx="1085090" cy="108509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294" y="1372446"/>
            <a:ext cx="1082042" cy="1082042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9979" y="1372446"/>
            <a:ext cx="1085090" cy="1082042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712" y="1372446"/>
            <a:ext cx="1082042" cy="1082042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7445" y="1372446"/>
            <a:ext cx="1082042" cy="1082042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7388" y="1372446"/>
            <a:ext cx="1085090" cy="1082042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379" y="1372446"/>
            <a:ext cx="1082042" cy="1082042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6931" y="2961649"/>
            <a:ext cx="1085090" cy="1082042"/>
          </a:xfrm>
          <a:prstGeom prst="rect">
            <a:avLst/>
          </a:prstGeom>
        </p:spPr>
      </p:pic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110BE26-38FC-1443-B248-1A3E8E52749D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8485F55-47BD-324A-B651-A7186055F265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0D9A2A8F-0B9B-5C49-8FA4-0AF30B45E2BC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67B296BD-3B4A-5845-A17D-95378CE87ADF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4F10F022-D967-A646-A426-BEF7BD98080E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296C0F1E-1492-D94A-B694-AE633A3E4A82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E6622E-8B73-DD4A-BD7F-4542D22D4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38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37909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607" y="2961131"/>
            <a:ext cx="1082042" cy="10820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5561" y="2961131"/>
            <a:ext cx="1085090" cy="10820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294" y="2964179"/>
            <a:ext cx="1082042" cy="10820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9979" y="2964179"/>
            <a:ext cx="1085090" cy="10820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712" y="2964179"/>
            <a:ext cx="1082042" cy="10820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7445" y="2964179"/>
            <a:ext cx="1082042" cy="10820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7388" y="2964179"/>
            <a:ext cx="1085090" cy="108204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379" y="2964179"/>
            <a:ext cx="1082042" cy="108204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1448646"/>
            <a:ext cx="1082042" cy="108204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6246" y="1448646"/>
            <a:ext cx="1085090" cy="108204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5561" y="1448646"/>
            <a:ext cx="1082042" cy="108204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607" y="1448646"/>
            <a:ext cx="1085090" cy="108204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712" y="1448646"/>
            <a:ext cx="1082042" cy="108204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7445" y="1448646"/>
            <a:ext cx="1082042" cy="108204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0436" y="1448646"/>
            <a:ext cx="1082042" cy="108204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379" y="1448646"/>
            <a:ext cx="1082042" cy="108204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2655" y="4549816"/>
            <a:ext cx="1085090" cy="108204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9465" y="4546768"/>
            <a:ext cx="1082042" cy="108509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6246" y="4590625"/>
            <a:ext cx="1085090" cy="108509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6075" y="4590625"/>
            <a:ext cx="1082042" cy="108509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6760" y="4590625"/>
            <a:ext cx="1082042" cy="108509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7445" y="4590625"/>
            <a:ext cx="1085090" cy="108509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0436" y="4590625"/>
            <a:ext cx="1082042" cy="108509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427" y="4590625"/>
            <a:ext cx="1082042" cy="108509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187839" y="466807"/>
            <a:ext cx="1816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600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ICONS</a:t>
            </a:r>
            <a:endParaRPr lang="vi-VN" sz="3200" b="1" spc="600" dirty="0">
              <a:solidFill>
                <a:srgbClr val="034EA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0235591-6FEB-154F-9110-C443142FC460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B17C79C-3DEE-924F-B0CD-5CCD3066D9D1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B2EFEA9-1993-D043-8610-37F048E9782B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A2741D36-18A7-6C43-BE01-B6239B24D2C5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9DE17AA-7E9E-584F-AB75-86302AFE5E81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9CD74524-4904-AC41-9CAB-50EC5D462C7F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E4C8E61-63EA-AE4B-BA56-57E90518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39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01164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2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7839" y="466807"/>
            <a:ext cx="1816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600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ICONS</a:t>
            </a:r>
            <a:endParaRPr lang="vi-VN" sz="3200" b="1" spc="600" dirty="0">
              <a:solidFill>
                <a:srgbClr val="F3712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2609" y="4722611"/>
            <a:ext cx="1085090" cy="10820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5600" y="4603342"/>
            <a:ext cx="1082042" cy="10820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0971" y="4603342"/>
            <a:ext cx="1085090" cy="10820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2438" y="4603342"/>
            <a:ext cx="1082042" cy="10820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9333" y="4647206"/>
            <a:ext cx="1082042" cy="10820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9276" y="4603342"/>
            <a:ext cx="1085090" cy="108204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9219" y="4647206"/>
            <a:ext cx="1082042" cy="108204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162" y="4647206"/>
            <a:ext cx="1082042" cy="108204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2609" y="3097893"/>
            <a:ext cx="1085090" cy="108204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5600" y="3094845"/>
            <a:ext cx="1082042" cy="108509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2495" y="3095177"/>
            <a:ext cx="1085090" cy="108509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2438" y="3095177"/>
            <a:ext cx="1082042" cy="108509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2381" y="3095177"/>
            <a:ext cx="1082042" cy="108509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9276" y="3095177"/>
            <a:ext cx="1085090" cy="108509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9219" y="3095177"/>
            <a:ext cx="1082042" cy="108509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162" y="3095177"/>
            <a:ext cx="1082042" cy="108509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2552" y="1546196"/>
            <a:ext cx="1085090" cy="108509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2495" y="1546196"/>
            <a:ext cx="1082042" cy="108204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2609" y="1546196"/>
            <a:ext cx="1085090" cy="108204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2438" y="1546196"/>
            <a:ext cx="1082042" cy="108204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2381" y="1546196"/>
            <a:ext cx="1082042" cy="108204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9276" y="1546196"/>
            <a:ext cx="1085090" cy="108204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9219" y="1546196"/>
            <a:ext cx="1082042" cy="108204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162" y="1546196"/>
            <a:ext cx="1082042" cy="1082042"/>
          </a:xfrm>
          <a:prstGeom prst="rect">
            <a:avLst/>
          </a:prstGeom>
        </p:spPr>
      </p:pic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7DA3769-4BB2-D94E-B89B-F6C7BC19EE28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7B98AE6-F1BE-9F43-9FFC-D914CA4FA581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33F76C2-77F6-B141-BC63-2D67EA5C93AB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7E0FAE2-1C7B-A546-97AE-521449EDD60D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6932310-51FA-2546-BAD6-D431072BB96D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9BB6505-BE55-C444-9A8E-C22BED5957F2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7D33C279-0BEF-A54F-99AA-05530F1C4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40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4989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2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7839" y="466807"/>
            <a:ext cx="1816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600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ICONS</a:t>
            </a:r>
            <a:endParaRPr lang="vi-VN" sz="3200" b="1" spc="600" dirty="0">
              <a:solidFill>
                <a:srgbClr val="F3712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0897" y="1543148"/>
            <a:ext cx="1082042" cy="108509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2552" y="1498863"/>
            <a:ext cx="1085090" cy="108509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7255" y="1543148"/>
            <a:ext cx="1082042" cy="108509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9390" y="1498863"/>
            <a:ext cx="1082042" cy="108509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3237" y="1498863"/>
            <a:ext cx="1085090" cy="108509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6228" y="1548980"/>
            <a:ext cx="1082042" cy="108509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9219" y="1548980"/>
            <a:ext cx="1082042" cy="108509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162" y="1548980"/>
            <a:ext cx="1085090" cy="108509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2609" y="4510442"/>
            <a:ext cx="1082042" cy="108204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2552" y="4510442"/>
            <a:ext cx="1085090" cy="108204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2495" y="4510442"/>
            <a:ext cx="1082042" cy="108204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9390" y="4510442"/>
            <a:ext cx="1082042" cy="108204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9333" y="4510442"/>
            <a:ext cx="1085090" cy="108204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9276" y="4510442"/>
            <a:ext cx="1082042" cy="108204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9219" y="4510442"/>
            <a:ext cx="1082042" cy="108204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2479" y="4510442"/>
            <a:ext cx="1085090" cy="1082042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5657" y="3031235"/>
            <a:ext cx="1082042" cy="108204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2552" y="3031235"/>
            <a:ext cx="1085090" cy="108204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2495" y="3031235"/>
            <a:ext cx="1082042" cy="1082042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9390" y="3031235"/>
            <a:ext cx="1082042" cy="108204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9333" y="3031235"/>
            <a:ext cx="1085090" cy="1082042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2324" y="3031235"/>
            <a:ext cx="1082042" cy="1082042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9219" y="3031235"/>
            <a:ext cx="1082042" cy="1082042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162" y="3031235"/>
            <a:ext cx="1085090" cy="1082042"/>
          </a:xfrm>
          <a:prstGeom prst="rect">
            <a:avLst/>
          </a:prstGeom>
        </p:spPr>
      </p:pic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2175181-CD82-C745-889A-68E1F9DED5A4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07301B1-D740-714C-AFDA-A6EED725E45B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D7E2019-693C-E640-BEA4-3A5B2F4A0609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C209177-EB14-4B47-A378-D7E72790ECC4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C0AAD58-F83A-6541-B61D-C25B1CAE9EA5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89596CB-F29C-CD49-8E49-46364BD71BD5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206D16-9A64-5742-8BE9-CEE8C1E0E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41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087250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3593" y="466807"/>
            <a:ext cx="35648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sz="3200" b="1" spc="600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GLOBAL MAP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DBFFE34-8FD0-974D-82D2-F381C9951518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524C95A-C5FB-8941-8BCA-7DBAD46673EB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1426EAA-5E43-6342-B7EC-889B9990F8E9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8C6C50B-CA39-D245-9BD4-91D3D078BD4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46AD7D9-A0A2-9042-BE8C-1A9768259882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6F1D1F2-E74A-7A4F-864A-4398E18194F0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F1F7A2-E049-EA46-A8FA-AE2E31FFF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42</a:t>
            </a:fld>
            <a:endParaRPr lang="x-none"/>
          </a:p>
        </p:txBody>
      </p:sp>
      <p:pic>
        <p:nvPicPr>
          <p:cNvPr id="22" name="Google Shape;1871;p17">
            <a:extLst>
              <a:ext uri="{FF2B5EF4-FFF2-40B4-BE49-F238E27FC236}">
                <a16:creationId xmlns:a16="http://schemas.microsoft.com/office/drawing/2014/main" id="{FA9532D2-567F-EBDB-7E02-A3BD63A4A91D}"/>
              </a:ext>
            </a:extLst>
          </p:cNvPr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6350" y="1118429"/>
            <a:ext cx="10499300" cy="51742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48518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1278467"/>
            <a:ext cx="35475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3712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Shorten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6641" y="928900"/>
            <a:ext cx="6369510" cy="47587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8133" y="1024125"/>
            <a:ext cx="4004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pc="300" dirty="0">
                <a:solidFill>
                  <a:srgbClr val="19226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8849" y="1518508"/>
            <a:ext cx="27877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034E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26394"/>
            <a:ext cx="3734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9226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recovery with efficiency</a:t>
            </a:r>
          </a:p>
          <a:p>
            <a:r>
              <a:rPr lang="en-US" sz="2400" dirty="0">
                <a:solidFill>
                  <a:srgbClr val="19226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&amp;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429000"/>
            <a:ext cx="41825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automotive industry is facing significant challenges, from drastically changing demands, impacts of disruptive forces to stringent regulations on safety and employee health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BA3E756-8C61-684C-A9FF-960158595854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E3550EF-A90D-7048-9604-27EBD9917D5A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E63C8E2-606E-1346-96E6-7285B8D14C88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1E7BD91-D0C2-2A45-9553-A1760C37D97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57844BC-B0F5-084A-80DE-7BA1D22E42DA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FCE6530-BE76-154C-81C8-0DA8B4B1449F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6C3CB3-277C-7F45-BAEE-272739AD2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43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241183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76662" y="2236304"/>
            <a:ext cx="3937040" cy="913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baseline="30000" dirty="0">
                <a:solidFill>
                  <a:srgbClr val="F37121"/>
                </a:solidFill>
              </a:rPr>
              <a:t>Accompany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76662" y="2877504"/>
            <a:ext cx="1406860" cy="54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aseline="30000" dirty="0">
                <a:solidFill>
                  <a:schemeClr val="bg1"/>
                </a:solidFill>
              </a:rPr>
              <a:t>TO 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41752" y="3004464"/>
            <a:ext cx="311168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0" b="1" i="1" baseline="30000" dirty="0">
                <a:solidFill>
                  <a:schemeClr val="bg1"/>
                </a:solidFill>
              </a:rPr>
              <a:t>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64531" y="4062443"/>
            <a:ext cx="4850296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aseline="30000" dirty="0">
                <a:solidFill>
                  <a:schemeClr val="bg1"/>
                </a:solidFill>
              </a:rPr>
              <a:t>With such </a:t>
            </a:r>
          </a:p>
          <a:p>
            <a:pPr algn="r"/>
            <a:r>
              <a:rPr lang="en-US" sz="2800" b="1" baseline="30000" dirty="0">
                <a:solidFill>
                  <a:schemeClr val="bg1"/>
                </a:solidFill>
              </a:rPr>
              <a:t>passionate, enthusiastic</a:t>
            </a:r>
            <a:r>
              <a:rPr lang="en-US" sz="2800" baseline="30000" dirty="0">
                <a:solidFill>
                  <a:schemeClr val="bg1"/>
                </a:solidFill>
              </a:rPr>
              <a:t> and </a:t>
            </a:r>
          </a:p>
          <a:p>
            <a:pPr algn="r"/>
            <a:r>
              <a:rPr lang="en-US" sz="2800" b="1" baseline="30000" dirty="0">
                <a:solidFill>
                  <a:schemeClr val="bg1"/>
                </a:solidFill>
              </a:rPr>
              <a:t>energetic people</a:t>
            </a:r>
            <a:r>
              <a:rPr lang="en-US" sz="2800" baseline="30000" dirty="0">
                <a:solidFill>
                  <a:schemeClr val="bg1"/>
                </a:solidFill>
              </a:rPr>
              <a:t>, FPT Software will </a:t>
            </a:r>
          </a:p>
          <a:p>
            <a:pPr algn="r"/>
            <a:r>
              <a:rPr lang="en-US" sz="2800" b="1" baseline="30000" dirty="0">
                <a:solidFill>
                  <a:schemeClr val="bg1"/>
                </a:solidFill>
              </a:rPr>
              <a:t>transmit more energy</a:t>
            </a:r>
            <a:r>
              <a:rPr lang="en-US" sz="2800" baseline="30000" dirty="0">
                <a:solidFill>
                  <a:schemeClr val="bg1"/>
                </a:solidFill>
              </a:rPr>
              <a:t> and </a:t>
            </a:r>
            <a:r>
              <a:rPr lang="en-US" sz="2800" b="1" baseline="30000" dirty="0">
                <a:solidFill>
                  <a:schemeClr val="bg1"/>
                </a:solidFill>
              </a:rPr>
              <a:t>vitality </a:t>
            </a:r>
          </a:p>
          <a:p>
            <a:pPr algn="r"/>
            <a:r>
              <a:rPr lang="en-US" sz="2800" baseline="30000" dirty="0">
                <a:solidFill>
                  <a:schemeClr val="bg1"/>
                </a:solidFill>
              </a:rPr>
              <a:t>to its </a:t>
            </a:r>
            <a:r>
              <a:rPr lang="en-US" sz="2800" b="1" baseline="30000" dirty="0">
                <a:solidFill>
                  <a:schemeClr val="bg1"/>
                </a:solidFill>
              </a:rPr>
              <a:t>customers</a:t>
            </a:r>
            <a:r>
              <a:rPr lang="en-US" sz="2800" baseline="30000" dirty="0">
                <a:solidFill>
                  <a:schemeClr val="bg1"/>
                </a:solidFill>
              </a:rPr>
              <a:t>, </a:t>
            </a:r>
            <a:r>
              <a:rPr lang="en-US" sz="2800" b="1" baseline="30000" dirty="0">
                <a:solidFill>
                  <a:schemeClr val="bg1"/>
                </a:solidFill>
              </a:rPr>
              <a:t>partners, </a:t>
            </a:r>
          </a:p>
          <a:p>
            <a:pPr algn="r"/>
            <a:r>
              <a:rPr lang="en-US" sz="2800" b="1" baseline="30000" dirty="0">
                <a:solidFill>
                  <a:schemeClr val="bg1"/>
                </a:solidFill>
              </a:rPr>
              <a:t>communities</a:t>
            </a:r>
            <a:r>
              <a:rPr lang="en-US" sz="2800" baseline="30000" dirty="0">
                <a:solidFill>
                  <a:schemeClr val="bg1"/>
                </a:solidFill>
              </a:rPr>
              <a:t> through</a:t>
            </a:r>
            <a:r>
              <a:rPr lang="vi-VN" sz="2800" baseline="30000" dirty="0">
                <a:solidFill>
                  <a:schemeClr val="bg1"/>
                </a:solidFill>
              </a:rPr>
              <a:t> </a:t>
            </a:r>
            <a:r>
              <a:rPr lang="en-US" sz="2800" b="1" baseline="30000" dirty="0">
                <a:solidFill>
                  <a:schemeClr val="bg1"/>
                </a:solidFill>
              </a:rPr>
              <a:t>world-class</a:t>
            </a:r>
            <a:r>
              <a:rPr lang="vi-VN" sz="2800" b="1" baseline="30000" dirty="0">
                <a:solidFill>
                  <a:schemeClr val="bg1"/>
                </a:solidFill>
              </a:rPr>
              <a:t> </a:t>
            </a:r>
            <a:r>
              <a:rPr lang="en-US" sz="2800" b="1" baseline="30000" dirty="0">
                <a:solidFill>
                  <a:schemeClr val="bg1"/>
                </a:solidFill>
              </a:rPr>
              <a:t>products</a:t>
            </a:r>
            <a:r>
              <a:rPr lang="en-US" sz="2800" baseline="30000" dirty="0">
                <a:solidFill>
                  <a:schemeClr val="bg1"/>
                </a:solidFill>
              </a:rPr>
              <a:t> and </a:t>
            </a:r>
            <a:r>
              <a:rPr lang="en-US" sz="2800" b="1" baseline="30000" dirty="0">
                <a:solidFill>
                  <a:schemeClr val="bg1"/>
                </a:solidFill>
              </a:rPr>
              <a:t>services.</a:t>
            </a:r>
            <a:endParaRPr lang="vi-VN" sz="2800" b="1" baseline="30000" dirty="0">
              <a:solidFill>
                <a:schemeClr val="bg1"/>
              </a:solidFill>
            </a:endParaRPr>
          </a:p>
          <a:p>
            <a:pPr algn="r"/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24D6F59-F351-FD4F-9D01-C11E0CF539B1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F2BDD1B-25BA-484F-9B5D-9B9A48131C59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305FA0D-598E-E14C-B2D6-B14AEF6E7409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D1637BD-6CB4-144A-BB3B-87BA161706EF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8ADECF8-5904-3843-8120-B5CA6DA3D118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1F67298-40F4-E040-9F04-778FC408508F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9B94A6-2A95-AD4D-ABB5-DF38B23A3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44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820189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82A8EDE-E8E6-C24D-BE96-63DE47094D83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F9082A4-A40E-EF46-B5F3-602EA24164D2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7862EFC-88B0-A147-9E75-28E93F40578F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3C38590-F1F4-494A-9C25-EB806F4FB945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28E110B-E165-1C4B-9A71-8216FCCB8894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704B80A-7886-964A-9EDA-4B73507E7953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A2B7D41-C1BF-744A-8065-03643B20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45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496338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F8EEAB7-F1AD-6B4C-8E1C-76620E40A2EC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34959E6-71E5-204B-9A29-0B337512A5B5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4D07DBA-F03F-0A47-A7E9-5839FF40B499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CB76B4A-12E8-6C4B-B009-5408C10BF40A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B1229C-F73C-B14B-933D-5C5166FC5B15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54E21F3-B46D-B144-AA60-C14F1461B966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41DE417-190A-0F41-AB21-B3D2AE0FF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46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570806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0FBC618-5566-5B44-95FA-8EF5BC41E3D9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665DABE-45DC-1B4A-9A21-EF9446481A87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B45F534-10D2-9E42-B0C6-807A4AF5C0F7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0256ADA-62E0-5D40-A41B-002E002C37C9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33F9B15-9F37-7F4F-9A4B-F5F6FE40C787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86D86D6-B900-B045-A7A5-3E07A8D14FD8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B13F58-A0C0-3F41-899B-513A4ACF8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47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20478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34EA2"/>
      </a:dk1>
      <a:lt1>
        <a:sysClr val="window" lastClr="FFFFFF"/>
      </a:lt1>
      <a:dk2>
        <a:srgbClr val="19226D"/>
      </a:dk2>
      <a:lt2>
        <a:srgbClr val="F37021"/>
      </a:lt2>
      <a:accent1>
        <a:srgbClr val="33B2C1"/>
      </a:accent1>
      <a:accent2>
        <a:srgbClr val="50B848"/>
      </a:accent2>
      <a:accent3>
        <a:srgbClr val="F2F2F2"/>
      </a:accent3>
      <a:accent4>
        <a:srgbClr val="BFBFBF"/>
      </a:accent4>
      <a:accent5>
        <a:srgbClr val="171616"/>
      </a:accent5>
      <a:accent6>
        <a:srgbClr val="AEABAB"/>
      </a:accent6>
      <a:hlink>
        <a:srgbClr val="F37021"/>
      </a:hlink>
      <a:folHlink>
        <a:srgbClr val="F37021"/>
      </a:folHlink>
    </a:clrScheme>
    <a:fontScheme name="FPT Software tempt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The 7 Phases of the Buying and Selling Process">
    <a:dk1>
      <a:sysClr val="windowText" lastClr="000000"/>
    </a:dk1>
    <a:lt1>
      <a:sysClr val="window" lastClr="FFFFFF"/>
    </a:lt1>
    <a:dk2>
      <a:srgbClr val="1F497D"/>
    </a:dk2>
    <a:lt2>
      <a:srgbClr val="60D3E5"/>
    </a:lt2>
    <a:accent1>
      <a:srgbClr val="F39501"/>
    </a:accent1>
    <a:accent2>
      <a:srgbClr val="FD000D"/>
    </a:accent2>
    <a:accent3>
      <a:srgbClr val="E7027C"/>
    </a:accent3>
    <a:accent4>
      <a:srgbClr val="63208C"/>
    </a:accent4>
    <a:accent5>
      <a:srgbClr val="4150D4"/>
    </a:accent5>
    <a:accent6>
      <a:srgbClr val="32A8F2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The 7 Phases of the Buying and Selling Process">
    <a:dk1>
      <a:sysClr val="windowText" lastClr="000000"/>
    </a:dk1>
    <a:lt1>
      <a:sysClr val="window" lastClr="FFFFFF"/>
    </a:lt1>
    <a:dk2>
      <a:srgbClr val="1F497D"/>
    </a:dk2>
    <a:lt2>
      <a:srgbClr val="60D3E5"/>
    </a:lt2>
    <a:accent1>
      <a:srgbClr val="F39501"/>
    </a:accent1>
    <a:accent2>
      <a:srgbClr val="FD000D"/>
    </a:accent2>
    <a:accent3>
      <a:srgbClr val="E7027C"/>
    </a:accent3>
    <a:accent4>
      <a:srgbClr val="63208C"/>
    </a:accent4>
    <a:accent5>
      <a:srgbClr val="4150D4"/>
    </a:accent5>
    <a:accent6>
      <a:srgbClr val="32A8F2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8AA7252BF6DA49867863B4C1FB9637" ma:contentTypeVersion="15" ma:contentTypeDescription="Create a new document." ma:contentTypeScope="" ma:versionID="8ea52319e14b97827b344ad51545bf5e">
  <xsd:schema xmlns:xsd="http://www.w3.org/2001/XMLSchema" xmlns:xs="http://www.w3.org/2001/XMLSchema" xmlns:p="http://schemas.microsoft.com/office/2006/metadata/properties" xmlns:ns1="http://schemas.microsoft.com/sharepoint/v3" xmlns:ns2="b285027b-67a2-418c-819f-120eec120afd" xmlns:ns3="d81ea301-fbfc-4718-a724-ec703239a190" targetNamespace="http://schemas.microsoft.com/office/2006/metadata/properties" ma:root="true" ma:fieldsID="120072dedd8cd238d50ad11a610e8c80" ns1:_="" ns2:_="" ns3:_="">
    <xsd:import namespace="http://schemas.microsoft.com/sharepoint/v3"/>
    <xsd:import namespace="b285027b-67a2-418c-819f-120eec120afd"/>
    <xsd:import namespace="d81ea301-fbfc-4718-a724-ec703239a19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85027b-67a2-418c-819f-120eec120af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ea301-fbfc-4718-a724-ec703239a1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c97e1a9-fa82-4965-b735-0e061acf92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d81ea301-fbfc-4718-a724-ec703239a19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F97971B-9AD3-4E40-A75B-4A7809909236}"/>
</file>

<file path=customXml/itemProps2.xml><?xml version="1.0" encoding="utf-8"?>
<ds:datastoreItem xmlns:ds="http://schemas.openxmlformats.org/officeDocument/2006/customXml" ds:itemID="{76FB6C9A-9D59-4112-9B8C-027F3AF60339}"/>
</file>

<file path=customXml/itemProps3.xml><?xml version="1.0" encoding="utf-8"?>
<ds:datastoreItem xmlns:ds="http://schemas.openxmlformats.org/officeDocument/2006/customXml" ds:itemID="{2821012C-40DD-4F0B-9B22-F197A1B8E757}"/>
</file>

<file path=docMetadata/LabelInfo.xml><?xml version="1.0" encoding="utf-8"?>
<clbl:labelList xmlns:clbl="http://schemas.microsoft.com/office/2020/mipLabelMetadata">
  <clbl:label id="{4b512a4e-bb54-4328-ad34-d43205aaa1ec}" enabled="1" method="Standard" siteId="{f01e930a-b52e-42b1-b70f-a8882b5d043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12519</TotalTime>
  <Words>2895</Words>
  <Application>Microsoft Office PowerPoint</Application>
  <PresentationFormat>Widescreen</PresentationFormat>
  <Paragraphs>1133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63" baseType="lpstr">
      <vt:lpstr>Arial</vt:lpstr>
      <vt:lpstr>BR Omega</vt:lpstr>
      <vt:lpstr>BR Omega VN</vt:lpstr>
      <vt:lpstr>Calibri</vt:lpstr>
      <vt:lpstr>Calibri Light</vt:lpstr>
      <vt:lpstr>Google Sans</vt:lpstr>
      <vt:lpstr>Lato</vt:lpstr>
      <vt:lpstr>メイリオ</vt:lpstr>
      <vt:lpstr>メイリオ</vt:lpstr>
      <vt:lpstr>Montserrat</vt:lpstr>
      <vt:lpstr>Montserrat Light</vt:lpstr>
      <vt:lpstr>Open Sans</vt:lpstr>
      <vt:lpstr>Segoe UI</vt:lpstr>
      <vt:lpstr>Tahoma</vt:lpstr>
      <vt:lpstr>ヒラギノ角ゴ 簡体中文 W3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Template_FPT Software Slide Bright</dc:title>
  <dc:creator>MSI</dc:creator>
  <cp:lastModifiedBy>Do My Ngoc Phuong (SEPG.PRO)</cp:lastModifiedBy>
  <cp:revision>94</cp:revision>
  <dcterms:created xsi:type="dcterms:W3CDTF">2021-11-26T03:15:35Z</dcterms:created>
  <dcterms:modified xsi:type="dcterms:W3CDTF">2025-08-15T06:29:55Z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0x0101002F8AA7252BF6DA49867863B4C1FB9637</vt:lpwstr>
  </property>
</Properties>
</file>