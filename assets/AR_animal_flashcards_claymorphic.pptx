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slide. Cards in the deck include QR codes that encode the text payloads; the payload text is not printed on the flashcard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text payloads for this slide:
- cat001
- fish001
Interaction sentence: The cat eats fish.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text payloads for this slide:
- rabbit001
- carrot001
Interaction sentence: The rabbit eats a carrot.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text payloads for this slide:
- elephant001
- grass001
Interaction sentence: The elephant eats grass.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text payloads for this slide:
- panda001
- bamboo001
Interaction sentence: The panda eats bamboo.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text payloads for this slide:
- tiger001
- meat001
Interaction sentence: The tiger eats meat.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contains PNG versions of the animal images used in the flashcards: cat001, rabbit001, elephant001, panda001, tiger001.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9144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E41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 Animal Flashcards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828800" y="166420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F748C"/>
                </a:solidFill>
              </a:rPr>
              <a:t>10 flashcards • animal + food pairing • QR text payloads</a:t>
            </a:r>
            <a:endParaRPr lang="en-US" sz="1700" dirty="0"/>
          </a:p>
        </p:txBody>
      </p:sp>
      <p:pic>
        <p:nvPicPr>
          <p:cNvPr id="4" name="Image 0" descr="/mnt/data/flashcard_assets/card_cat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331720"/>
            <a:ext cx="2148840" cy="2980944"/>
          </a:xfrm>
          <a:prstGeom prst="rect">
            <a:avLst/>
          </a:prstGeom>
        </p:spPr>
      </p:pic>
      <p:pic>
        <p:nvPicPr>
          <p:cNvPr id="5" name="Image 1" descr="/mnt/data/flashcard_assets/card_fish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331720"/>
            <a:ext cx="2148840" cy="2980944"/>
          </a:xfrm>
          <a:prstGeom prst="rect">
            <a:avLst/>
          </a:prstGeom>
        </p:spPr>
      </p:pic>
      <p:pic>
        <p:nvPicPr>
          <p:cNvPr id="6" name="Image 2" descr="/mnt/data/flashcard_assets/card_tiger0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331720"/>
            <a:ext cx="2148840" cy="29809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011680" y="5715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415A"/>
                </a:solidFill>
              </a:rPr>
              <a:t>Claymorphic pastel style for kids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E41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 + FISH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97280" y="640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48C"/>
                </a:solidFill>
              </a:rPr>
              <a:t>The cat eats fish.</a:t>
            </a:r>
            <a:endParaRPr lang="en-US" sz="1250" dirty="0"/>
          </a:p>
        </p:txBody>
      </p:sp>
      <p:pic>
        <p:nvPicPr>
          <p:cNvPr id="4" name="Image 0" descr="/mnt/data/flashcard_assets/card_cat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033272"/>
            <a:ext cx="3611880" cy="5020056"/>
          </a:xfrm>
          <a:prstGeom prst="rect">
            <a:avLst/>
          </a:prstGeom>
        </p:spPr>
      </p:pic>
      <p:pic>
        <p:nvPicPr>
          <p:cNvPr id="5" name="Image 1" descr="/mnt/data/flashcard_assets/card_fish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033272"/>
            <a:ext cx="3611880" cy="50200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623620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415A"/>
                </a:solidFill>
              </a:rPr>
              <a:t>Mã flashcard: cat001  +  fish001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E41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RABBIT + CARROT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97280" y="640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48C"/>
                </a:solidFill>
              </a:rPr>
              <a:t>The rabbit eats a carrot.</a:t>
            </a:r>
            <a:endParaRPr lang="en-US" sz="1250" dirty="0"/>
          </a:p>
        </p:txBody>
      </p:sp>
      <p:pic>
        <p:nvPicPr>
          <p:cNvPr id="4" name="Image 0" descr="/mnt/data/flashcard_assets/card_rabbit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033272"/>
            <a:ext cx="3611880" cy="5020056"/>
          </a:xfrm>
          <a:prstGeom prst="rect">
            <a:avLst/>
          </a:prstGeom>
        </p:spPr>
      </p:pic>
      <p:pic>
        <p:nvPicPr>
          <p:cNvPr id="5" name="Image 1" descr="/mnt/data/flashcard_assets/card_carrot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033272"/>
            <a:ext cx="3611880" cy="50200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623620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415A"/>
                </a:solidFill>
              </a:rPr>
              <a:t>Mã flashcard: rabbit001  +  carrot001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E41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ELEPHANT + GRASS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97280" y="640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48C"/>
                </a:solidFill>
              </a:rPr>
              <a:t>The elephant eats grass.</a:t>
            </a:r>
            <a:endParaRPr lang="en-US" sz="1250" dirty="0"/>
          </a:p>
        </p:txBody>
      </p:sp>
      <p:pic>
        <p:nvPicPr>
          <p:cNvPr id="4" name="Image 0" descr="/mnt/data/flashcard_assets/card_elephant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033272"/>
            <a:ext cx="3611880" cy="5020056"/>
          </a:xfrm>
          <a:prstGeom prst="rect">
            <a:avLst/>
          </a:prstGeom>
        </p:spPr>
      </p:pic>
      <p:pic>
        <p:nvPicPr>
          <p:cNvPr id="5" name="Image 1" descr="/mnt/data/flashcard_assets/card_grass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033272"/>
            <a:ext cx="3611880" cy="50200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623620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415A"/>
                </a:solidFill>
              </a:rPr>
              <a:t>Mã flashcard: elephant001  +  grass001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E41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PANDA + BAMBOO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97280" y="640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48C"/>
                </a:solidFill>
              </a:rPr>
              <a:t>The panda eats bamboo.</a:t>
            </a:r>
            <a:endParaRPr lang="en-US" sz="1250" dirty="0"/>
          </a:p>
        </p:txBody>
      </p:sp>
      <p:pic>
        <p:nvPicPr>
          <p:cNvPr id="4" name="Image 0" descr="/mnt/data/flashcard_assets/card_panda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033272"/>
            <a:ext cx="3611880" cy="5020056"/>
          </a:xfrm>
          <a:prstGeom prst="rect">
            <a:avLst/>
          </a:prstGeom>
        </p:spPr>
      </p:pic>
      <p:pic>
        <p:nvPicPr>
          <p:cNvPr id="5" name="Image 1" descr="/mnt/data/flashcard_assets/card_bamboo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033272"/>
            <a:ext cx="3611880" cy="50200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623620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415A"/>
                </a:solidFill>
              </a:rPr>
              <a:t>Mã flashcard: panda001  +  bamboo001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E41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TIGER + MEAT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97280" y="640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48C"/>
                </a:solidFill>
              </a:rPr>
              <a:t>The tiger eats meat.</a:t>
            </a:r>
            <a:endParaRPr lang="en-US" sz="1250" dirty="0"/>
          </a:p>
        </p:txBody>
      </p:sp>
      <p:pic>
        <p:nvPicPr>
          <p:cNvPr id="4" name="Image 0" descr="/mnt/data/flashcard_assets/card_tiger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033272"/>
            <a:ext cx="3611880" cy="5020056"/>
          </a:xfrm>
          <a:prstGeom prst="rect">
            <a:avLst/>
          </a:prstGeom>
        </p:spPr>
      </p:pic>
      <p:pic>
        <p:nvPicPr>
          <p:cNvPr id="5" name="Image 1" descr="/mnt/data/flashcard_assets/card_meat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033272"/>
            <a:ext cx="3611880" cy="50200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623620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415A"/>
                </a:solidFill>
              </a:rPr>
              <a:t>Mã flashcard: tiger001  +  meat001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E41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PNG animal assets used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97280" y="640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48C"/>
                </a:solidFill>
              </a:rPr>
              <a:t>Các ảnh động vật đã được dùng để tạo flashcard</a:t>
            </a:r>
            <a:endParaRPr lang="en-US" sz="1250" dirty="0"/>
          </a:p>
        </p:txBody>
      </p:sp>
      <p:pic>
        <p:nvPicPr>
          <p:cNvPr id="4" name="Image 0" descr="/mnt/data/flashcard_assets/animal_cat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205740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81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E415A"/>
                </a:solidFill>
              </a:rPr>
              <a:t>CAT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57200" y="337413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48C"/>
                </a:solidFill>
              </a:rPr>
              <a:t>cat001</a:t>
            </a:r>
            <a:endParaRPr lang="en-US" sz="1100" dirty="0"/>
          </a:p>
        </p:txBody>
      </p:sp>
      <p:pic>
        <p:nvPicPr>
          <p:cNvPr id="7" name="Image 1" descr="/mnt/data/flashcard_assets/animal_rabbit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417320"/>
            <a:ext cx="2057400" cy="1463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70632" y="3081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E415A"/>
                </a:solidFill>
              </a:rPr>
              <a:t>RABBIT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2770632" y="337413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48C"/>
                </a:solidFill>
              </a:rPr>
              <a:t>rabbit001</a:t>
            </a:r>
            <a:endParaRPr lang="en-US" sz="1100" dirty="0"/>
          </a:p>
        </p:txBody>
      </p:sp>
      <p:pic>
        <p:nvPicPr>
          <p:cNvPr id="10" name="Image 2" descr="/mnt/data/flashcard_assets/animal_elephant0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1417320"/>
            <a:ext cx="2057400" cy="1463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84064" y="3081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E415A"/>
                </a:solidFill>
              </a:rPr>
              <a:t>ELEPHANT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5084064" y="337413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48C"/>
                </a:solidFill>
              </a:rPr>
              <a:t>elephant001</a:t>
            </a:r>
            <a:endParaRPr lang="en-US" sz="1100" dirty="0"/>
          </a:p>
        </p:txBody>
      </p:sp>
      <p:pic>
        <p:nvPicPr>
          <p:cNvPr id="13" name="Image 3" descr="/mnt/data/flashcard_assets/animal_panda0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1417320"/>
            <a:ext cx="2057400" cy="1463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97496" y="3081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E415A"/>
                </a:solidFill>
              </a:rPr>
              <a:t>PANDA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397496" y="337413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48C"/>
                </a:solidFill>
              </a:rPr>
              <a:t>panda001</a:t>
            </a:r>
            <a:endParaRPr lang="en-US" sz="1100" dirty="0"/>
          </a:p>
        </p:txBody>
      </p:sp>
      <p:pic>
        <p:nvPicPr>
          <p:cNvPr id="16" name="Image 4" descr="/mnt/data/flashcard_assets/animal_tiger0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28" y="1417320"/>
            <a:ext cx="2057400" cy="1463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10928" y="3081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E415A"/>
                </a:solidFill>
              </a:rPr>
              <a:t>TIGER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9710928" y="337413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48C"/>
                </a:solidFill>
              </a:rPr>
              <a:t>tiger001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1005840" y="59893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F748C"/>
                </a:solidFill>
              </a:rPr>
              <a:t>Server map được gửi riêng trong file TXT kèm theo.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Animal Flashcards</dc:title>
  <dc:subject>AR animal-food flashcards for kids</dc:subject>
  <dc:creator>OpenAI</dc:creator>
  <cp:lastModifiedBy>OpenAI</cp:lastModifiedBy>
  <cp:revision>1</cp:revision>
  <dcterms:created xsi:type="dcterms:W3CDTF">2026-08-03T19:40:31Z</dcterms:created>
  <dcterms:modified xsi:type="dcterms:W3CDTF">2026-08-03T19:40:31Z</dcterms:modified>
</cp:coreProperties>
</file>